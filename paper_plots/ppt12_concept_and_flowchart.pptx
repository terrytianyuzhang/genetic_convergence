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60" r:id="rId2"/>
  </p:sldIdLst>
  <p:sldSz cx="21031200" cy="594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  <a:srgbClr val="457499"/>
    <a:srgbClr val="013E75"/>
    <a:srgbClr val="6D3991"/>
    <a:srgbClr val="F5B70A"/>
    <a:srgbClr val="FEFEFE"/>
    <a:srgbClr val="FDFDFD"/>
    <a:srgbClr val="F5F5F5"/>
    <a:srgbClr val="FAFAFA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9"/>
    <p:restoredTop sz="94626"/>
  </p:normalViewPr>
  <p:slideViewPr>
    <p:cSldViewPr snapToGrid="0">
      <p:cViewPr>
        <p:scale>
          <a:sx n="79" d="100"/>
          <a:sy n="79" d="100"/>
        </p:scale>
        <p:origin x="-520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28900" y="972715"/>
            <a:ext cx="15773400" cy="2069253"/>
          </a:xfrm>
        </p:spPr>
        <p:txBody>
          <a:bodyPr anchor="b"/>
          <a:lstStyle>
            <a:lvl1pPr algn="ctr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8900" y="3121766"/>
            <a:ext cx="15773400" cy="1434994"/>
          </a:xfrm>
        </p:spPr>
        <p:txBody>
          <a:bodyPr/>
          <a:lstStyle>
            <a:lvl1pPr marL="0" indent="0" algn="ctr">
              <a:buNone/>
              <a:defRPr sz="2080"/>
            </a:lvl1pPr>
            <a:lvl2pPr marL="396255" indent="0" algn="ctr">
              <a:buNone/>
              <a:defRPr sz="1733"/>
            </a:lvl2pPr>
            <a:lvl3pPr marL="792510" indent="0" algn="ctr">
              <a:buNone/>
              <a:defRPr sz="1560"/>
            </a:lvl3pPr>
            <a:lvl4pPr marL="1188766" indent="0" algn="ctr">
              <a:buNone/>
              <a:defRPr sz="1387"/>
            </a:lvl4pPr>
            <a:lvl5pPr marL="1585021" indent="0" algn="ctr">
              <a:buNone/>
              <a:defRPr sz="1387"/>
            </a:lvl5pPr>
            <a:lvl6pPr marL="1981276" indent="0" algn="ctr">
              <a:buNone/>
              <a:defRPr sz="1387"/>
            </a:lvl6pPr>
            <a:lvl7pPr marL="2377531" indent="0" algn="ctr">
              <a:buNone/>
              <a:defRPr sz="1387"/>
            </a:lvl7pPr>
            <a:lvl8pPr marL="2773787" indent="0" algn="ctr">
              <a:buNone/>
              <a:defRPr sz="1387"/>
            </a:lvl8pPr>
            <a:lvl9pPr marL="3170042" indent="0" algn="ctr">
              <a:buNone/>
              <a:defRPr sz="138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080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31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4941" y="1481773"/>
            <a:ext cx="18139410" cy="2472372"/>
          </a:xfrm>
        </p:spPr>
        <p:txBody>
          <a:bodyPr anchor="b"/>
          <a:lstStyle>
            <a:lvl1pPr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4941" y="3977535"/>
            <a:ext cx="18139410" cy="1300162"/>
          </a:xfrm>
        </p:spPr>
        <p:txBody>
          <a:bodyPr/>
          <a:lstStyle>
            <a:lvl1pPr marL="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1pPr>
            <a:lvl2pPr marL="396255" indent="0">
              <a:buNone/>
              <a:defRPr sz="1733">
                <a:solidFill>
                  <a:schemeClr val="tx1">
                    <a:tint val="82000"/>
                  </a:schemeClr>
                </a:solidFill>
              </a:defRPr>
            </a:lvl2pPr>
            <a:lvl3pPr marL="792510" indent="0">
              <a:buNone/>
              <a:defRPr sz="1560">
                <a:solidFill>
                  <a:schemeClr val="tx1">
                    <a:tint val="82000"/>
                  </a:schemeClr>
                </a:solidFill>
              </a:defRPr>
            </a:lvl3pPr>
            <a:lvl4pPr marL="1188766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4pPr>
            <a:lvl5pPr marL="1585021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5pPr>
            <a:lvl6pPr marL="1981276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6pPr>
            <a:lvl7pPr marL="2377531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7pPr>
            <a:lvl8pPr marL="2773787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8pPr>
            <a:lvl9pPr marL="3170042" indent="0">
              <a:buNone/>
              <a:defRPr sz="138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969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5895" y="1582208"/>
            <a:ext cx="893826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47045" y="1582208"/>
            <a:ext cx="893826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9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8634" y="316442"/>
            <a:ext cx="18139410" cy="1148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8635" y="1457008"/>
            <a:ext cx="8897183" cy="714057"/>
          </a:xfrm>
        </p:spPr>
        <p:txBody>
          <a:bodyPr anchor="b"/>
          <a:lstStyle>
            <a:lvl1pPr marL="0" indent="0">
              <a:buNone/>
              <a:defRPr sz="2080" b="1"/>
            </a:lvl1pPr>
            <a:lvl2pPr marL="396255" indent="0">
              <a:buNone/>
              <a:defRPr sz="1733" b="1"/>
            </a:lvl2pPr>
            <a:lvl3pPr marL="792510" indent="0">
              <a:buNone/>
              <a:defRPr sz="1560" b="1"/>
            </a:lvl3pPr>
            <a:lvl4pPr marL="1188766" indent="0">
              <a:buNone/>
              <a:defRPr sz="1387" b="1"/>
            </a:lvl4pPr>
            <a:lvl5pPr marL="1585021" indent="0">
              <a:buNone/>
              <a:defRPr sz="1387" b="1"/>
            </a:lvl5pPr>
            <a:lvl6pPr marL="1981276" indent="0">
              <a:buNone/>
              <a:defRPr sz="1387" b="1"/>
            </a:lvl6pPr>
            <a:lvl7pPr marL="2377531" indent="0">
              <a:buNone/>
              <a:defRPr sz="1387" b="1"/>
            </a:lvl7pPr>
            <a:lvl8pPr marL="2773787" indent="0">
              <a:buNone/>
              <a:defRPr sz="1387" b="1"/>
            </a:lvl8pPr>
            <a:lvl9pPr marL="3170042" indent="0">
              <a:buNone/>
              <a:defRPr sz="13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8635" y="2171065"/>
            <a:ext cx="8897183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647045" y="1457008"/>
            <a:ext cx="8940999" cy="714057"/>
          </a:xfrm>
        </p:spPr>
        <p:txBody>
          <a:bodyPr anchor="b"/>
          <a:lstStyle>
            <a:lvl1pPr marL="0" indent="0">
              <a:buNone/>
              <a:defRPr sz="2080" b="1"/>
            </a:lvl1pPr>
            <a:lvl2pPr marL="396255" indent="0">
              <a:buNone/>
              <a:defRPr sz="1733" b="1"/>
            </a:lvl2pPr>
            <a:lvl3pPr marL="792510" indent="0">
              <a:buNone/>
              <a:defRPr sz="1560" b="1"/>
            </a:lvl3pPr>
            <a:lvl4pPr marL="1188766" indent="0">
              <a:buNone/>
              <a:defRPr sz="1387" b="1"/>
            </a:lvl4pPr>
            <a:lvl5pPr marL="1585021" indent="0">
              <a:buNone/>
              <a:defRPr sz="1387" b="1"/>
            </a:lvl5pPr>
            <a:lvl6pPr marL="1981276" indent="0">
              <a:buNone/>
              <a:defRPr sz="1387" b="1"/>
            </a:lvl6pPr>
            <a:lvl7pPr marL="2377531" indent="0">
              <a:buNone/>
              <a:defRPr sz="1387" b="1"/>
            </a:lvl7pPr>
            <a:lvl8pPr marL="2773787" indent="0">
              <a:buNone/>
              <a:defRPr sz="1387" b="1"/>
            </a:lvl8pPr>
            <a:lvl9pPr marL="3170042" indent="0">
              <a:buNone/>
              <a:defRPr sz="13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647045" y="2171065"/>
            <a:ext cx="8940999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53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93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68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8635" y="396240"/>
            <a:ext cx="6783109" cy="1386840"/>
          </a:xfrm>
        </p:spPr>
        <p:txBody>
          <a:bodyPr anchor="b"/>
          <a:lstStyle>
            <a:lvl1pPr>
              <a:defRPr sz="27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40999" y="855769"/>
            <a:ext cx="10647045" cy="4223808"/>
          </a:xfrm>
        </p:spPr>
        <p:txBody>
          <a:bodyPr/>
          <a:lstStyle>
            <a:lvl1pPr>
              <a:defRPr sz="2773"/>
            </a:lvl1pPr>
            <a:lvl2pPr>
              <a:defRPr sz="2427"/>
            </a:lvl2pPr>
            <a:lvl3pPr>
              <a:defRPr sz="208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8635" y="1783080"/>
            <a:ext cx="6783109" cy="3303376"/>
          </a:xfrm>
        </p:spPr>
        <p:txBody>
          <a:bodyPr/>
          <a:lstStyle>
            <a:lvl1pPr marL="0" indent="0">
              <a:buNone/>
              <a:defRPr sz="1387"/>
            </a:lvl1pPr>
            <a:lvl2pPr marL="396255" indent="0">
              <a:buNone/>
              <a:defRPr sz="1213"/>
            </a:lvl2pPr>
            <a:lvl3pPr marL="792510" indent="0">
              <a:buNone/>
              <a:defRPr sz="1040"/>
            </a:lvl3pPr>
            <a:lvl4pPr marL="1188766" indent="0">
              <a:buNone/>
              <a:defRPr sz="867"/>
            </a:lvl4pPr>
            <a:lvl5pPr marL="1585021" indent="0">
              <a:buNone/>
              <a:defRPr sz="867"/>
            </a:lvl5pPr>
            <a:lvl6pPr marL="1981276" indent="0">
              <a:buNone/>
              <a:defRPr sz="867"/>
            </a:lvl6pPr>
            <a:lvl7pPr marL="2377531" indent="0">
              <a:buNone/>
              <a:defRPr sz="867"/>
            </a:lvl7pPr>
            <a:lvl8pPr marL="2773787" indent="0">
              <a:buNone/>
              <a:defRPr sz="867"/>
            </a:lvl8pPr>
            <a:lvl9pPr marL="3170042" indent="0">
              <a:buNone/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78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8635" y="396240"/>
            <a:ext cx="6783109" cy="1386840"/>
          </a:xfrm>
        </p:spPr>
        <p:txBody>
          <a:bodyPr anchor="b"/>
          <a:lstStyle>
            <a:lvl1pPr>
              <a:defRPr sz="27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940999" y="855769"/>
            <a:ext cx="10647045" cy="4223808"/>
          </a:xfrm>
        </p:spPr>
        <p:txBody>
          <a:bodyPr anchor="t"/>
          <a:lstStyle>
            <a:lvl1pPr marL="0" indent="0">
              <a:buNone/>
              <a:defRPr sz="2773"/>
            </a:lvl1pPr>
            <a:lvl2pPr marL="396255" indent="0">
              <a:buNone/>
              <a:defRPr sz="2427"/>
            </a:lvl2pPr>
            <a:lvl3pPr marL="792510" indent="0">
              <a:buNone/>
              <a:defRPr sz="2080"/>
            </a:lvl3pPr>
            <a:lvl4pPr marL="1188766" indent="0">
              <a:buNone/>
              <a:defRPr sz="1733"/>
            </a:lvl4pPr>
            <a:lvl5pPr marL="1585021" indent="0">
              <a:buNone/>
              <a:defRPr sz="1733"/>
            </a:lvl5pPr>
            <a:lvl6pPr marL="1981276" indent="0">
              <a:buNone/>
              <a:defRPr sz="1733"/>
            </a:lvl6pPr>
            <a:lvl7pPr marL="2377531" indent="0">
              <a:buNone/>
              <a:defRPr sz="1733"/>
            </a:lvl7pPr>
            <a:lvl8pPr marL="2773787" indent="0">
              <a:buNone/>
              <a:defRPr sz="1733"/>
            </a:lvl8pPr>
            <a:lvl9pPr marL="3170042" indent="0">
              <a:buNone/>
              <a:defRPr sz="17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8635" y="1783080"/>
            <a:ext cx="6783109" cy="3303376"/>
          </a:xfrm>
        </p:spPr>
        <p:txBody>
          <a:bodyPr/>
          <a:lstStyle>
            <a:lvl1pPr marL="0" indent="0">
              <a:buNone/>
              <a:defRPr sz="1387"/>
            </a:lvl1pPr>
            <a:lvl2pPr marL="396255" indent="0">
              <a:buNone/>
              <a:defRPr sz="1213"/>
            </a:lvl2pPr>
            <a:lvl3pPr marL="792510" indent="0">
              <a:buNone/>
              <a:defRPr sz="1040"/>
            </a:lvl3pPr>
            <a:lvl4pPr marL="1188766" indent="0">
              <a:buNone/>
              <a:defRPr sz="867"/>
            </a:lvl4pPr>
            <a:lvl5pPr marL="1585021" indent="0">
              <a:buNone/>
              <a:defRPr sz="867"/>
            </a:lvl5pPr>
            <a:lvl6pPr marL="1981276" indent="0">
              <a:buNone/>
              <a:defRPr sz="867"/>
            </a:lvl6pPr>
            <a:lvl7pPr marL="2377531" indent="0">
              <a:buNone/>
              <a:defRPr sz="867"/>
            </a:lvl7pPr>
            <a:lvl8pPr marL="2773787" indent="0">
              <a:buNone/>
              <a:defRPr sz="867"/>
            </a:lvl8pPr>
            <a:lvl9pPr marL="3170042" indent="0">
              <a:buNone/>
              <a:defRPr sz="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63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435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050452" y="316442"/>
            <a:ext cx="4534853" cy="50369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5895" y="316442"/>
            <a:ext cx="13341668" cy="50369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632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5895" y="316442"/>
            <a:ext cx="18139410" cy="11488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5895" y="1582208"/>
            <a:ext cx="18139410" cy="3771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45895" y="5508837"/>
            <a:ext cx="473202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25FAA8-77F2-5C42-A9DC-2A9BDE3DA24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66585" y="5508837"/>
            <a:ext cx="709803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853285" y="5508837"/>
            <a:ext cx="473202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6042F-A8B7-924E-9A5B-E19C6F34A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552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792510" rtl="0" eaLnBrk="1" latinLnBrk="0" hangingPunct="1">
        <a:lnSpc>
          <a:spcPct val="90000"/>
        </a:lnSpc>
        <a:spcBef>
          <a:spcPct val="0"/>
        </a:spcBef>
        <a:buNone/>
        <a:defRPr sz="38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8128" indent="-198128" algn="l" defTabSz="792510" rtl="0" eaLnBrk="1" latinLnBrk="0" hangingPunct="1">
        <a:lnSpc>
          <a:spcPct val="90000"/>
        </a:lnSpc>
        <a:spcBef>
          <a:spcPts val="867"/>
        </a:spcBef>
        <a:buFont typeface="Arial" panose="020B0604020202020204" pitchFamily="34" charset="0"/>
        <a:buChar char="•"/>
        <a:defRPr sz="2427" kern="1200">
          <a:solidFill>
            <a:schemeClr val="tx1"/>
          </a:solidFill>
          <a:latin typeface="+mn-lt"/>
          <a:ea typeface="+mn-ea"/>
          <a:cs typeface="+mn-cs"/>
        </a:defRPr>
      </a:lvl1pPr>
      <a:lvl2pPr marL="594383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2080" kern="1200">
          <a:solidFill>
            <a:schemeClr val="tx1"/>
          </a:solidFill>
          <a:latin typeface="+mn-lt"/>
          <a:ea typeface="+mn-ea"/>
          <a:cs typeface="+mn-cs"/>
        </a:defRPr>
      </a:lvl2pPr>
      <a:lvl3pPr marL="990638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733" kern="1200">
          <a:solidFill>
            <a:schemeClr val="tx1"/>
          </a:solidFill>
          <a:latin typeface="+mn-lt"/>
          <a:ea typeface="+mn-ea"/>
          <a:cs typeface="+mn-cs"/>
        </a:defRPr>
      </a:lvl3pPr>
      <a:lvl4pPr marL="1386893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4pPr>
      <a:lvl5pPr marL="1783149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5pPr>
      <a:lvl6pPr marL="2179404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6pPr>
      <a:lvl7pPr marL="2575659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7pPr>
      <a:lvl8pPr marL="2971914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8pPr>
      <a:lvl9pPr marL="3368170" indent="-198128" algn="l" defTabSz="792510" rtl="0" eaLnBrk="1" latinLnBrk="0" hangingPunct="1">
        <a:lnSpc>
          <a:spcPct val="90000"/>
        </a:lnSpc>
        <a:spcBef>
          <a:spcPts val="433"/>
        </a:spcBef>
        <a:buFont typeface="Arial" panose="020B0604020202020204" pitchFamily="34" charset="0"/>
        <a:buChar char="•"/>
        <a:defRPr sz="1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1pPr>
      <a:lvl2pPr marL="396255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2pPr>
      <a:lvl3pPr marL="792510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66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4pPr>
      <a:lvl5pPr marL="1585021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5pPr>
      <a:lvl6pPr marL="1981276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6pPr>
      <a:lvl7pPr marL="2377531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7pPr>
      <a:lvl8pPr marL="2773787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8pPr>
      <a:lvl9pPr marL="3170042" algn="l" defTabSz="792510" rtl="0" eaLnBrk="1" latinLnBrk="0" hangingPunct="1">
        <a:defRPr sz="1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3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858CDC5A-7438-A294-442A-82EF19EB8D5E}"/>
              </a:ext>
            </a:extLst>
          </p:cNvPr>
          <p:cNvGrpSpPr/>
          <p:nvPr/>
        </p:nvGrpSpPr>
        <p:grpSpPr>
          <a:xfrm>
            <a:off x="103258" y="83505"/>
            <a:ext cx="11084693" cy="5458225"/>
            <a:chOff x="456143" y="457666"/>
            <a:chExt cx="11084693" cy="545822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367D11B-4FA5-85DC-084F-E4CE498F9132}"/>
                </a:ext>
              </a:extLst>
            </p:cNvPr>
            <p:cNvGrpSpPr/>
            <p:nvPr/>
          </p:nvGrpSpPr>
          <p:grpSpPr>
            <a:xfrm>
              <a:off x="471058" y="1755195"/>
              <a:ext cx="11069778" cy="4160696"/>
              <a:chOff x="471058" y="1755195"/>
              <a:chExt cx="11069778" cy="3719629"/>
            </a:xfrm>
          </p:grpSpPr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7E4F3336-42C0-A3B0-FB65-084D95381837}"/>
                  </a:ext>
                </a:extLst>
              </p:cNvPr>
              <p:cNvSpPr/>
              <p:nvPr/>
            </p:nvSpPr>
            <p:spPr>
              <a:xfrm>
                <a:off x="5336939" y="2926584"/>
                <a:ext cx="4016359" cy="1616126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CC720BCC-6431-42EC-826F-0D1D334CC108}"/>
                  </a:ext>
                </a:extLst>
              </p:cNvPr>
              <p:cNvSpPr/>
              <p:nvPr/>
            </p:nvSpPr>
            <p:spPr>
              <a:xfrm>
                <a:off x="471058" y="3324509"/>
                <a:ext cx="6384004" cy="2150315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E2A4963D-69F0-237C-69E0-B9DC2AC873F3}"/>
                  </a:ext>
                </a:extLst>
              </p:cNvPr>
              <p:cNvSpPr/>
              <p:nvPr/>
            </p:nvSpPr>
            <p:spPr>
              <a:xfrm>
                <a:off x="5924701" y="1755195"/>
                <a:ext cx="5616135" cy="3719629"/>
              </a:xfrm>
              <a:prstGeom prst="round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424242"/>
                  </a:solidFill>
                </a:endParaRPr>
              </a:p>
            </p:txBody>
          </p:sp>
        </p:grp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FAE00624-BCAF-0796-608A-9F745B305E79}"/>
                </a:ext>
              </a:extLst>
            </p:cNvPr>
            <p:cNvSpPr/>
            <p:nvPr/>
          </p:nvSpPr>
          <p:spPr>
            <a:xfrm>
              <a:off x="456143" y="1738597"/>
              <a:ext cx="5468558" cy="17554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424242"/>
                </a:solidFill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AEEBD07-E710-DA9D-123F-82978E914288}"/>
                </a:ext>
              </a:extLst>
            </p:cNvPr>
            <p:cNvGrpSpPr/>
            <p:nvPr/>
          </p:nvGrpSpPr>
          <p:grpSpPr>
            <a:xfrm>
              <a:off x="3211623" y="457666"/>
              <a:ext cx="6111353" cy="982271"/>
              <a:chOff x="3211623" y="539152"/>
              <a:chExt cx="6111353" cy="982271"/>
            </a:xfrm>
          </p:grpSpPr>
          <p:pic>
            <p:nvPicPr>
              <p:cNvPr id="70" name="Picture 69">
                <a:extLst>
                  <a:ext uri="{FF2B5EF4-FFF2-40B4-BE49-F238E27FC236}">
                    <a16:creationId xmlns:a16="http://schemas.microsoft.com/office/drawing/2014/main" id="{894A5171-AD3D-287F-4C76-BA5A60517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81300" y="564765"/>
                <a:ext cx="4572000" cy="914400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A0148050-92DB-16E0-B52F-6D03422C5E4A}"/>
                  </a:ext>
                </a:extLst>
              </p:cNvPr>
              <p:cNvGrpSpPr/>
              <p:nvPr/>
            </p:nvGrpSpPr>
            <p:grpSpPr>
              <a:xfrm>
                <a:off x="3211623" y="539152"/>
                <a:ext cx="6111353" cy="982271"/>
                <a:chOff x="3169075" y="559866"/>
                <a:chExt cx="6111353" cy="982271"/>
              </a:xfrm>
            </p:grpSpPr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34031A6-B611-EA18-02FF-6E1251D42CF9}"/>
                    </a:ext>
                  </a:extLst>
                </p:cNvPr>
                <p:cNvSpPr txBox="1"/>
                <p:nvPr/>
              </p:nvSpPr>
              <p:spPr>
                <a:xfrm>
                  <a:off x="3169075" y="845076"/>
                  <a:ext cx="1016024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Control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6EC5177D-7F44-1FD3-FE60-496BD35DBB6D}"/>
                    </a:ext>
                  </a:extLst>
                </p:cNvPr>
                <p:cNvSpPr txBox="1"/>
                <p:nvPr/>
              </p:nvSpPr>
              <p:spPr>
                <a:xfrm>
                  <a:off x="4439871" y="559866"/>
                  <a:ext cx="3627684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Baseline averaged expression levels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9A3F26AC-851D-EB77-3BF1-1C34E439D935}"/>
                    </a:ext>
                  </a:extLst>
                </p:cNvPr>
                <p:cNvSpPr txBox="1"/>
                <p:nvPr/>
              </p:nvSpPr>
              <p:spPr>
                <a:xfrm>
                  <a:off x="4092502" y="1203583"/>
                  <a:ext cx="1046658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Gene 1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00A7CEB3-7C3B-D03E-AD5D-3178C53BFB43}"/>
                    </a:ext>
                  </a:extLst>
                </p:cNvPr>
                <p:cNvSpPr txBox="1"/>
                <p:nvPr/>
              </p:nvSpPr>
              <p:spPr>
                <a:xfrm>
                  <a:off x="8233770" y="1191919"/>
                  <a:ext cx="1046658" cy="33855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b="1" dirty="0">
                      <a:solidFill>
                        <a:srgbClr val="424242"/>
                      </a:solidFill>
                    </a:rPr>
                    <a:t>Gene p</a:t>
                  </a:r>
                  <a:endParaRPr lang="en-US" sz="1600" b="1" dirty="0">
                    <a:solidFill>
                      <a:srgbClr val="457499"/>
                    </a:solidFill>
                  </a:endParaRPr>
                </a:p>
              </p:txBody>
            </p:sp>
          </p:grp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AF16BC8-5691-BE93-F17A-483E4C332599}"/>
                </a:ext>
              </a:extLst>
            </p:cNvPr>
            <p:cNvGrpSpPr/>
            <p:nvPr/>
          </p:nvGrpSpPr>
          <p:grpSpPr>
            <a:xfrm>
              <a:off x="536911" y="2286233"/>
              <a:ext cx="5151195" cy="1340195"/>
              <a:chOff x="536911" y="1814747"/>
              <a:chExt cx="5151195" cy="1340195"/>
            </a:xfrm>
          </p:grpSpPr>
          <p:pic>
            <p:nvPicPr>
              <p:cNvPr id="66" name="Picture 65">
                <a:extLst>
                  <a:ext uri="{FF2B5EF4-FFF2-40B4-BE49-F238E27FC236}">
                    <a16:creationId xmlns:a16="http://schemas.microsoft.com/office/drawing/2014/main" id="{45DADA52-3F89-0DAF-5B7D-88554AE234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6106" y="1814747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147ADAE9-CEA9-C045-F358-50E5A7C2BE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16106" y="2240542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8ADB55F-6D91-AD56-2A46-B566BAB05A8C}"/>
                  </a:ext>
                </a:extLst>
              </p:cNvPr>
              <p:cNvSpPr txBox="1"/>
              <p:nvPr/>
            </p:nvSpPr>
            <p:spPr>
              <a:xfrm>
                <a:off x="536912" y="2087281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9F67EA0-A416-FA42-C69D-0CC229607992}"/>
                  </a:ext>
                </a:extLst>
              </p:cNvPr>
              <p:cNvSpPr txBox="1"/>
              <p:nvPr/>
            </p:nvSpPr>
            <p:spPr>
              <a:xfrm>
                <a:off x="536911" y="2524313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504E23B4-EA65-7B27-864F-A9C17DBD82F6}"/>
                </a:ext>
              </a:extLst>
            </p:cNvPr>
            <p:cNvGrpSpPr/>
            <p:nvPr/>
          </p:nvGrpSpPr>
          <p:grpSpPr>
            <a:xfrm>
              <a:off x="536911" y="4114633"/>
              <a:ext cx="5151195" cy="1363345"/>
              <a:chOff x="536911" y="3719636"/>
              <a:chExt cx="5151195" cy="1363345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D09639D9-E4A1-5758-9173-4534CDF20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6106" y="3719636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63" name="Picture 62">
                <a:extLst>
                  <a:ext uri="{FF2B5EF4-FFF2-40B4-BE49-F238E27FC236}">
                    <a16:creationId xmlns:a16="http://schemas.microsoft.com/office/drawing/2014/main" id="{AF7DBE81-55CA-95C8-7719-60E5509243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16106" y="4168581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5F7511-239E-4623-D1F0-9050FB98E773}"/>
                  </a:ext>
                </a:extLst>
              </p:cNvPr>
              <p:cNvSpPr txBox="1"/>
              <p:nvPr/>
            </p:nvSpPr>
            <p:spPr>
              <a:xfrm>
                <a:off x="536912" y="4018295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884C26A-38E5-1385-550E-25E725CDD761}"/>
                  </a:ext>
                </a:extLst>
              </p:cNvPr>
              <p:cNvSpPr txBox="1"/>
              <p:nvPr/>
            </p:nvSpPr>
            <p:spPr>
              <a:xfrm>
                <a:off x="536911" y="4455327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sz="1600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DEA6F8A6-C46D-03EE-A8BF-BB9E68B6D012}"/>
                </a:ext>
              </a:extLst>
            </p:cNvPr>
            <p:cNvGrpSpPr/>
            <p:nvPr/>
          </p:nvGrpSpPr>
          <p:grpSpPr>
            <a:xfrm>
              <a:off x="6267300" y="2286233"/>
              <a:ext cx="5159762" cy="1340195"/>
              <a:chOff x="6684997" y="1814747"/>
              <a:chExt cx="5159762" cy="1340195"/>
            </a:xfrm>
          </p:grpSpPr>
          <p:pic>
            <p:nvPicPr>
              <p:cNvPr id="58" name="Picture 57">
                <a:extLst>
                  <a:ext uri="{FF2B5EF4-FFF2-40B4-BE49-F238E27FC236}">
                    <a16:creationId xmlns:a16="http://schemas.microsoft.com/office/drawing/2014/main" id="{4DE079E7-0AA5-4CC2-95EC-0376948A1D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72759" y="1814747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97FF5CD6-D12E-689C-E2DF-A11470B4B7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272759" y="2240542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0022224-DE6D-0E94-6F88-FEBDF75C0F37}"/>
                  </a:ext>
                </a:extLst>
              </p:cNvPr>
              <p:cNvSpPr txBox="1"/>
              <p:nvPr/>
            </p:nvSpPr>
            <p:spPr>
              <a:xfrm>
                <a:off x="6684998" y="2097094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21AA99B-670C-05F9-3CFF-2DBDFDC70A32}"/>
                  </a:ext>
                </a:extLst>
              </p:cNvPr>
              <p:cNvSpPr txBox="1"/>
              <p:nvPr/>
            </p:nvSpPr>
            <p:spPr>
              <a:xfrm>
                <a:off x="6684997" y="2534126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D61D1B8-2E98-80ED-9B93-7409CEC2BF70}"/>
                </a:ext>
              </a:extLst>
            </p:cNvPr>
            <p:cNvGrpSpPr/>
            <p:nvPr/>
          </p:nvGrpSpPr>
          <p:grpSpPr>
            <a:xfrm>
              <a:off x="6267300" y="4037673"/>
              <a:ext cx="5159762" cy="1363345"/>
              <a:chOff x="6684997" y="3719636"/>
              <a:chExt cx="5159762" cy="1363345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BC9189BF-03B4-5FBA-7371-82E434B967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272759" y="3719636"/>
                <a:ext cx="4572000" cy="914400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1FD99984-29DE-5C7E-F46F-64A54D1E2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72759" y="4168581"/>
                <a:ext cx="4572000" cy="914400"/>
              </a:xfrm>
              <a:prstGeom prst="rect">
                <a:avLst/>
              </a:prstGeom>
            </p:spPr>
          </p:pic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7EF8B58-28AA-0702-8E66-60CD7876C017}"/>
                  </a:ext>
                </a:extLst>
              </p:cNvPr>
              <p:cNvSpPr txBox="1"/>
              <p:nvPr/>
            </p:nvSpPr>
            <p:spPr>
              <a:xfrm>
                <a:off x="6684998" y="4012338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Pert1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1DBBFED-7589-1B83-3BC4-9CFCDE061B20}"/>
                  </a:ext>
                </a:extLst>
              </p:cNvPr>
              <p:cNvSpPr txBox="1"/>
              <p:nvPr/>
            </p:nvSpPr>
            <p:spPr>
              <a:xfrm>
                <a:off x="6684997" y="4449370"/>
                <a:ext cx="79417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>
                    <a:solidFill>
                      <a:srgbClr val="424242"/>
                    </a:solidFill>
                  </a:rPr>
                  <a:t>Pert2</a:t>
                </a:r>
                <a:endParaRPr lang="en-US" b="1" dirty="0">
                  <a:solidFill>
                    <a:srgbClr val="457499"/>
                  </a:solidFill>
                </a:endParaRP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B3E09058-399B-728B-BF68-7A2A0D075CCD}"/>
                </a:ext>
              </a:extLst>
            </p:cNvPr>
            <p:cNvSpPr txBox="1"/>
            <p:nvPr/>
          </p:nvSpPr>
          <p:spPr>
            <a:xfrm>
              <a:off x="2066969" y="3786503"/>
              <a:ext cx="24154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Positively correlated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DD42340-A604-D222-F4C8-0227B90C19F5}"/>
                </a:ext>
              </a:extLst>
            </p:cNvPr>
            <p:cNvSpPr txBox="1"/>
            <p:nvPr/>
          </p:nvSpPr>
          <p:spPr>
            <a:xfrm>
              <a:off x="7623389" y="1950523"/>
              <a:ext cx="2447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Negatively correlated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D57BC6C-EB8A-4000-3C42-4EDD6FD4B360}"/>
                </a:ext>
              </a:extLst>
            </p:cNvPr>
            <p:cNvSpPr txBox="1"/>
            <p:nvPr/>
          </p:nvSpPr>
          <p:spPr>
            <a:xfrm>
              <a:off x="7852561" y="3772648"/>
              <a:ext cx="19892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Mosaic similarity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4C93399-785B-0C8C-531A-6EA224DFDD3E}"/>
                </a:ext>
              </a:extLst>
            </p:cNvPr>
            <p:cNvSpPr txBox="1"/>
            <p:nvPr/>
          </p:nvSpPr>
          <p:spPr>
            <a:xfrm>
              <a:off x="2317529" y="1950523"/>
              <a:ext cx="1914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24242"/>
                  </a:solidFill>
                </a:rPr>
                <a:t>No convergence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5055DC-7914-34C3-BB8C-A4AC77B804E4}"/>
                </a:ext>
              </a:extLst>
            </p:cNvPr>
            <p:cNvSpPr txBox="1"/>
            <p:nvPr/>
          </p:nvSpPr>
          <p:spPr>
            <a:xfrm>
              <a:off x="8466352" y="5525790"/>
              <a:ext cx="27508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i="1" dirty="0">
                  <a:solidFill>
                    <a:srgbClr val="424242"/>
                  </a:solidFill>
                </a:rPr>
                <a:t>Modes of convergence</a:t>
              </a:r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D8598AD9-09DB-A795-10B6-9101A8174E5D}"/>
              </a:ext>
            </a:extLst>
          </p:cNvPr>
          <p:cNvSpPr txBox="1"/>
          <p:nvPr/>
        </p:nvSpPr>
        <p:spPr>
          <a:xfrm>
            <a:off x="184026" y="45343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a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FE5192-CF93-89DF-A128-37CCA63198D5}"/>
              </a:ext>
            </a:extLst>
          </p:cNvPr>
          <p:cNvSpPr txBox="1"/>
          <p:nvPr/>
        </p:nvSpPr>
        <p:spPr>
          <a:xfrm>
            <a:off x="11274942" y="45343"/>
            <a:ext cx="19143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424242"/>
                </a:solidFill>
              </a:rPr>
              <a:t>b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71801CB-8179-26AB-72D2-637F15BC4CB8}"/>
              </a:ext>
            </a:extLst>
          </p:cNvPr>
          <p:cNvSpPr/>
          <p:nvPr/>
        </p:nvSpPr>
        <p:spPr>
          <a:xfrm>
            <a:off x="277712" y="1041167"/>
            <a:ext cx="256093" cy="235693"/>
          </a:xfrm>
          <a:prstGeom prst="roundRect">
            <a:avLst/>
          </a:prstGeom>
          <a:solidFill>
            <a:srgbClr val="F5B7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09279D3-6EEB-DFA1-BFD8-D063AFBCDB1F}"/>
              </a:ext>
            </a:extLst>
          </p:cNvPr>
          <p:cNvSpPr/>
          <p:nvPr/>
        </p:nvSpPr>
        <p:spPr>
          <a:xfrm>
            <a:off x="1267315" y="1046320"/>
            <a:ext cx="244894" cy="225386"/>
          </a:xfrm>
          <a:prstGeom prst="roundRect">
            <a:avLst/>
          </a:prstGeom>
          <a:solidFill>
            <a:srgbClr val="013E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15C12C-1EFF-A228-2569-C610B079EB81}"/>
              </a:ext>
            </a:extLst>
          </p:cNvPr>
          <p:cNvSpPr txBox="1"/>
          <p:nvPr/>
        </p:nvSpPr>
        <p:spPr>
          <a:xfrm>
            <a:off x="609031" y="989736"/>
            <a:ext cx="46076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424242"/>
                </a:solidFill>
              </a:rPr>
              <a:t>Up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3846E16-DFCC-358A-B2CB-888A86FBAFB5}"/>
              </a:ext>
            </a:extLst>
          </p:cNvPr>
          <p:cNvSpPr txBox="1"/>
          <p:nvPr/>
        </p:nvSpPr>
        <p:spPr>
          <a:xfrm>
            <a:off x="1540468" y="989736"/>
            <a:ext cx="741418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424242"/>
                </a:solidFill>
              </a:rPr>
              <a:t>Down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EB0E01C-7C82-718E-EBF9-E0D39C2F6C29}"/>
              </a:ext>
            </a:extLst>
          </p:cNvPr>
          <p:cNvGrpSpPr/>
          <p:nvPr/>
        </p:nvGrpSpPr>
        <p:grpSpPr>
          <a:xfrm>
            <a:off x="11458471" y="276176"/>
            <a:ext cx="9513641" cy="5288204"/>
            <a:chOff x="12705840" y="925591"/>
            <a:chExt cx="7643869" cy="3980428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61E1565D-527E-E685-4FB2-CBEF41788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7519892" y="3291599"/>
              <a:ext cx="1515042" cy="689257"/>
            </a:xfrm>
            <a:prstGeom prst="rect">
              <a:avLst/>
            </a:prstGeom>
            <a:ln>
              <a:solidFill>
                <a:srgbClr val="6D3991"/>
              </a:solidFill>
            </a:ln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D1D072B4-CE10-27B1-6ACB-8A1D3AF38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399838" y="3268660"/>
              <a:ext cx="1521212" cy="712196"/>
            </a:xfrm>
            <a:prstGeom prst="rect">
              <a:avLst/>
            </a:prstGeom>
            <a:ln>
              <a:solidFill>
                <a:srgbClr val="457499"/>
              </a:solidFill>
            </a:ln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5111106-2698-97D3-744D-0382BC666964}"/>
                </a:ext>
              </a:extLst>
            </p:cNvPr>
            <p:cNvGrpSpPr/>
            <p:nvPr/>
          </p:nvGrpSpPr>
          <p:grpSpPr>
            <a:xfrm>
              <a:off x="12705840" y="925591"/>
              <a:ext cx="7643869" cy="3980428"/>
              <a:chOff x="960976" y="541503"/>
              <a:chExt cx="7643869" cy="3980428"/>
            </a:xfrm>
          </p:grpSpPr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D15C476-9804-0CB8-404C-5368B7DF4100}"/>
                  </a:ext>
                </a:extLst>
              </p:cNvPr>
              <p:cNvSpPr/>
              <p:nvPr/>
            </p:nvSpPr>
            <p:spPr>
              <a:xfrm>
                <a:off x="1386218" y="2768130"/>
                <a:ext cx="3919797" cy="1422309"/>
              </a:xfrm>
              <a:prstGeom prst="roundRect">
                <a:avLst/>
              </a:prstGeom>
              <a:noFill/>
              <a:ln>
                <a:solidFill>
                  <a:srgbClr val="45749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42A4D181-35B0-C538-83CD-30E80AD9CDEF}"/>
                  </a:ext>
                </a:extLst>
              </p:cNvPr>
              <p:cNvSpPr/>
              <p:nvPr/>
            </p:nvSpPr>
            <p:spPr>
              <a:xfrm>
                <a:off x="5611914" y="2765630"/>
                <a:ext cx="2722323" cy="1422308"/>
              </a:xfrm>
              <a:prstGeom prst="roundRect">
                <a:avLst/>
              </a:prstGeom>
              <a:noFill/>
              <a:ln>
                <a:solidFill>
                  <a:srgbClr val="6D399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7C7A1C2-FD24-E373-F228-7A22EFAE4AE9}"/>
                  </a:ext>
                </a:extLst>
              </p:cNvPr>
              <p:cNvGrpSpPr/>
              <p:nvPr/>
            </p:nvGrpSpPr>
            <p:grpSpPr>
              <a:xfrm>
                <a:off x="960976" y="974792"/>
                <a:ext cx="7643869" cy="3547139"/>
                <a:chOff x="1152682" y="925552"/>
                <a:chExt cx="7643869" cy="3547139"/>
              </a:xfrm>
            </p:grpSpPr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B80D3278-5C9A-C540-043E-455EE5A76192}"/>
                    </a:ext>
                  </a:extLst>
                </p:cNvPr>
                <p:cNvSpPr/>
                <p:nvPr/>
              </p:nvSpPr>
              <p:spPr>
                <a:xfrm>
                  <a:off x="1152682" y="925552"/>
                  <a:ext cx="7643869" cy="3547139"/>
                </a:xfrm>
                <a:prstGeom prst="roundRect">
                  <a:avLst/>
                </a:prstGeom>
                <a:noFill/>
                <a:ln w="57150">
                  <a:solidFill>
                    <a:schemeClr val="bg2">
                      <a:lumMod val="9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A9D4E65C-F40A-B103-3E87-FE986395C2C0}"/>
                    </a:ext>
                  </a:extLst>
                </p:cNvPr>
                <p:cNvCxnSpPr/>
                <p:nvPr/>
              </p:nvCxnSpPr>
              <p:spPr>
                <a:xfrm>
                  <a:off x="6096000" y="925552"/>
                  <a:ext cx="892097" cy="0"/>
                </a:xfrm>
                <a:prstGeom prst="straightConnector1">
                  <a:avLst/>
                </a:prstGeom>
                <a:ln w="57150">
                  <a:solidFill>
                    <a:schemeClr val="bg2">
                      <a:lumMod val="9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8CF89473-83CF-3AC1-206D-2E598AEABB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842557" y="4468530"/>
                  <a:ext cx="1752601" cy="0"/>
                </a:xfrm>
                <a:prstGeom prst="straightConnector1">
                  <a:avLst/>
                </a:prstGeom>
                <a:ln w="57150">
                  <a:solidFill>
                    <a:schemeClr val="bg2">
                      <a:lumMod val="9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C89CE3B-57F0-4483-0269-44A03AD44EEA}"/>
                  </a:ext>
                </a:extLst>
              </p:cNvPr>
              <p:cNvSpPr txBox="1"/>
              <p:nvPr/>
            </p:nvSpPr>
            <p:spPr>
              <a:xfrm>
                <a:off x="1250082" y="541503"/>
                <a:ext cx="5623109" cy="27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919191"/>
                    </a:solidFill>
                  </a:rPr>
                  <a:t>Swap</a:t>
                </a:r>
                <a:r>
                  <a:rPr lang="en-US" b="1" i="1" dirty="0">
                    <a:solidFill>
                      <a:srgbClr val="919191"/>
                    </a:solidFill>
                  </a:rPr>
                  <a:t> </a:t>
                </a:r>
                <a:r>
                  <a:rPr lang="en-US" b="1" i="1" dirty="0">
                    <a:solidFill>
                      <a:srgbClr val="457499"/>
                    </a:solidFill>
                  </a:rPr>
                  <a:t>train</a:t>
                </a:r>
                <a:r>
                  <a:rPr lang="en-US" b="1" i="1" dirty="0">
                    <a:solidFill>
                      <a:srgbClr val="919191"/>
                    </a:solidFill>
                  </a:rPr>
                  <a:t>/</a:t>
                </a:r>
                <a:r>
                  <a:rPr lang="en-US" b="1" i="1" dirty="0">
                    <a:solidFill>
                      <a:srgbClr val="6D3991"/>
                    </a:solidFill>
                  </a:rPr>
                  <a:t>validation</a:t>
                </a:r>
                <a:r>
                  <a:rPr lang="en-US" b="1" dirty="0">
                    <a:solidFill>
                      <a:srgbClr val="919191"/>
                    </a:solidFill>
                  </a:rPr>
                  <a:t>, then aggregate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8B0FE32-16B5-98E7-517B-712EDCE48018}"/>
                  </a:ext>
                </a:extLst>
              </p:cNvPr>
              <p:cNvSpPr txBox="1"/>
              <p:nvPr/>
            </p:nvSpPr>
            <p:spPr>
              <a:xfrm>
                <a:off x="1742883" y="3035600"/>
                <a:ext cx="811412" cy="27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457499"/>
                    </a:solidFill>
                  </a:rPr>
                  <a:t>Pert.1</a:t>
                </a:r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5F5E29AF-5475-7F34-0FDB-7FD1F215C095}"/>
                  </a:ext>
                </a:extLst>
              </p:cNvPr>
              <p:cNvGrpSpPr/>
              <p:nvPr/>
            </p:nvGrpSpPr>
            <p:grpSpPr>
              <a:xfrm>
                <a:off x="1327435" y="1468457"/>
                <a:ext cx="7000899" cy="718721"/>
                <a:chOff x="1320220" y="1457169"/>
                <a:chExt cx="7000899" cy="718721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CF2242E-5A0C-5E99-D5D4-ED31269965E3}"/>
                    </a:ext>
                  </a:extLst>
                </p:cNvPr>
                <p:cNvSpPr txBox="1"/>
                <p:nvPr/>
              </p:nvSpPr>
              <p:spPr>
                <a:xfrm>
                  <a:off x="1320220" y="1468180"/>
                  <a:ext cx="1716522" cy="694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rgbClr val="424242"/>
                      </a:solidFill>
                    </a:rPr>
                    <a:t>Candidate feature</a:t>
                  </a:r>
                </a:p>
                <a:p>
                  <a:r>
                    <a:rPr lang="en-US" b="1" dirty="0">
                      <a:solidFill>
                        <a:srgbClr val="424242"/>
                      </a:solidFill>
                    </a:rPr>
                    <a:t>discovery. </a:t>
                  </a:r>
                </a:p>
                <a:p>
                  <a:r>
                    <a:rPr lang="en-US" b="1" dirty="0">
                      <a:solidFill>
                        <a:srgbClr val="457499"/>
                      </a:solidFill>
                    </a:rPr>
                    <a:t>Pert.1 vs. Control 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E72A333-BA6E-C86D-C45A-00C0A308693C}"/>
                    </a:ext>
                  </a:extLst>
                </p:cNvPr>
                <p:cNvSpPr txBox="1"/>
                <p:nvPr/>
              </p:nvSpPr>
              <p:spPr>
                <a:xfrm>
                  <a:off x="3808757" y="1480900"/>
                  <a:ext cx="2075312" cy="6949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>
                      <a:solidFill>
                        <a:srgbClr val="424242"/>
                      </a:solidFill>
                    </a:rPr>
                    <a:t>Convergence feature extraction</a:t>
                  </a:r>
                  <a:r>
                    <a:rPr lang="en-US" b="1">
                      <a:solidFill>
                        <a:srgbClr val="424242"/>
                      </a:solidFill>
                    </a:rPr>
                    <a:t>. </a:t>
                  </a:r>
                </a:p>
                <a:p>
                  <a:r>
                    <a:rPr lang="en-US" b="1">
                      <a:solidFill>
                        <a:srgbClr val="457499"/>
                      </a:solidFill>
                    </a:rPr>
                    <a:t>Pert</a:t>
                  </a:r>
                  <a:r>
                    <a:rPr lang="en-US" b="1" dirty="0">
                      <a:solidFill>
                        <a:srgbClr val="457499"/>
                      </a:solidFill>
                    </a:rPr>
                    <a:t>.2 vs. Control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5341A83-746F-BE0D-92A3-BA0BA35D6829}"/>
                    </a:ext>
                  </a:extLst>
                </p:cNvPr>
                <p:cNvSpPr txBox="1"/>
                <p:nvPr/>
              </p:nvSpPr>
              <p:spPr>
                <a:xfrm>
                  <a:off x="6472486" y="1457169"/>
                  <a:ext cx="1848633" cy="694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Significance assessment. </a:t>
                  </a:r>
                </a:p>
                <a:p>
                  <a:r>
                    <a:rPr lang="en-US" b="1" dirty="0">
                      <a:solidFill>
                        <a:srgbClr val="6D3991"/>
                      </a:solidFill>
                    </a:rPr>
                    <a:t>Pert.2 vs. Control </a:t>
                  </a:r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085D6ADA-73CA-712A-6BDF-F409814E3112}"/>
                  </a:ext>
                </a:extLst>
              </p:cNvPr>
              <p:cNvGrpSpPr/>
              <p:nvPr/>
            </p:nvGrpSpPr>
            <p:grpSpPr>
              <a:xfrm>
                <a:off x="1133045" y="1225264"/>
                <a:ext cx="7340567" cy="1215483"/>
                <a:chOff x="1133045" y="1225264"/>
                <a:chExt cx="7340567" cy="1215483"/>
              </a:xfrm>
            </p:grpSpPr>
            <p:sp>
              <p:nvSpPr>
                <p:cNvPr id="24" name="Rounded Rectangle 23">
                  <a:extLst>
                    <a:ext uri="{FF2B5EF4-FFF2-40B4-BE49-F238E27FC236}">
                      <a16:creationId xmlns:a16="http://schemas.microsoft.com/office/drawing/2014/main" id="{111D99A9-58C2-1F8C-00C5-13F995569DD6}"/>
                    </a:ext>
                  </a:extLst>
                </p:cNvPr>
                <p:cNvSpPr/>
                <p:nvPr/>
              </p:nvSpPr>
              <p:spPr>
                <a:xfrm>
                  <a:off x="1133045" y="1225264"/>
                  <a:ext cx="2241397" cy="1215483"/>
                </a:xfrm>
                <a:prstGeom prst="roundRect">
                  <a:avLst/>
                </a:prstGeom>
                <a:noFill/>
                <a:ln>
                  <a:solidFill>
                    <a:srgbClr val="42424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rgbClr val="424242"/>
                    </a:solidFill>
                  </a:endParaRPr>
                </a:p>
              </p:txBody>
            </p:sp>
            <p:sp>
              <p:nvSpPr>
                <p:cNvPr id="25" name="Rounded Rectangle 24">
                  <a:extLst>
                    <a:ext uri="{FF2B5EF4-FFF2-40B4-BE49-F238E27FC236}">
                      <a16:creationId xmlns:a16="http://schemas.microsoft.com/office/drawing/2014/main" id="{3A673077-6301-5B85-4C21-89A73128E846}"/>
                    </a:ext>
                  </a:extLst>
                </p:cNvPr>
                <p:cNvSpPr/>
                <p:nvPr/>
              </p:nvSpPr>
              <p:spPr>
                <a:xfrm>
                  <a:off x="3682630" y="1225264"/>
                  <a:ext cx="2241397" cy="1215483"/>
                </a:xfrm>
                <a:prstGeom prst="roundRect">
                  <a:avLst/>
                </a:prstGeom>
                <a:noFill/>
                <a:ln>
                  <a:solidFill>
                    <a:srgbClr val="42424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rgbClr val="424242"/>
                    </a:solidFill>
                  </a:endParaRPr>
                </a:p>
              </p:txBody>
            </p:sp>
            <p:sp>
              <p:nvSpPr>
                <p:cNvPr id="26" name="Rounded Rectangle 25">
                  <a:extLst>
                    <a:ext uri="{FF2B5EF4-FFF2-40B4-BE49-F238E27FC236}">
                      <a16:creationId xmlns:a16="http://schemas.microsoft.com/office/drawing/2014/main" id="{BE25832C-A730-5A5B-35DE-BB1743AA5B1A}"/>
                    </a:ext>
                  </a:extLst>
                </p:cNvPr>
                <p:cNvSpPr/>
                <p:nvPr/>
              </p:nvSpPr>
              <p:spPr>
                <a:xfrm>
                  <a:off x="6232215" y="1225264"/>
                  <a:ext cx="2241397" cy="1215483"/>
                </a:xfrm>
                <a:prstGeom prst="roundRect">
                  <a:avLst/>
                </a:prstGeom>
                <a:noFill/>
                <a:ln>
                  <a:solidFill>
                    <a:srgbClr val="42424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rgbClr val="424242"/>
                    </a:solidFill>
                  </a:endParaRPr>
                </a:p>
              </p:txBody>
            </p:sp>
          </p:grp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80DA174-76A6-5F76-9AAA-06BEBB7419D0}"/>
                  </a:ext>
                </a:extLst>
              </p:cNvPr>
              <p:cNvSpPr txBox="1"/>
              <p:nvPr/>
            </p:nvSpPr>
            <p:spPr>
              <a:xfrm>
                <a:off x="5816599" y="3121494"/>
                <a:ext cx="787714" cy="27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rgbClr val="6D3991"/>
                    </a:solidFill>
                  </a:rPr>
                  <a:t>Control</a:t>
                </a:r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91D9205-5E33-050D-3778-C7406755D3E5}"/>
                  </a:ext>
                </a:extLst>
              </p:cNvPr>
              <p:cNvGrpSpPr/>
              <p:nvPr/>
            </p:nvGrpSpPr>
            <p:grpSpPr>
              <a:xfrm>
                <a:off x="2140700" y="2512391"/>
                <a:ext cx="5327989" cy="214949"/>
                <a:chOff x="2140700" y="2512391"/>
                <a:chExt cx="5327989" cy="214949"/>
              </a:xfrm>
            </p:grpSpPr>
            <p:sp>
              <p:nvSpPr>
                <p:cNvPr id="33" name="Right Arrow 32">
                  <a:extLst>
                    <a:ext uri="{FF2B5EF4-FFF2-40B4-BE49-F238E27FC236}">
                      <a16:creationId xmlns:a16="http://schemas.microsoft.com/office/drawing/2014/main" id="{568B3DD7-8F3A-4ABE-C133-BDA4238AB102}"/>
                    </a:ext>
                  </a:extLst>
                </p:cNvPr>
                <p:cNvSpPr/>
                <p:nvPr/>
              </p:nvSpPr>
              <p:spPr>
                <a:xfrm rot="16200000">
                  <a:off x="2091113" y="2561978"/>
                  <a:ext cx="214949" cy="115776"/>
                </a:xfrm>
                <a:prstGeom prst="rightArrow">
                  <a:avLst/>
                </a:prstGeom>
                <a:noFill/>
                <a:ln>
                  <a:solidFill>
                    <a:srgbClr val="4574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Right Arrow 33">
                  <a:extLst>
                    <a:ext uri="{FF2B5EF4-FFF2-40B4-BE49-F238E27FC236}">
                      <a16:creationId xmlns:a16="http://schemas.microsoft.com/office/drawing/2014/main" id="{7FF488D9-DBB0-62EF-C662-1CC90CEC260A}"/>
                    </a:ext>
                  </a:extLst>
                </p:cNvPr>
                <p:cNvSpPr/>
                <p:nvPr/>
              </p:nvSpPr>
              <p:spPr>
                <a:xfrm rot="16200000">
                  <a:off x="4697220" y="2561978"/>
                  <a:ext cx="214949" cy="115776"/>
                </a:xfrm>
                <a:prstGeom prst="rightArrow">
                  <a:avLst/>
                </a:prstGeom>
                <a:noFill/>
                <a:ln>
                  <a:solidFill>
                    <a:srgbClr val="457499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Right Arrow 34">
                  <a:extLst>
                    <a:ext uri="{FF2B5EF4-FFF2-40B4-BE49-F238E27FC236}">
                      <a16:creationId xmlns:a16="http://schemas.microsoft.com/office/drawing/2014/main" id="{69C11CD5-2E84-12E8-C8FC-A230B6B5A931}"/>
                    </a:ext>
                  </a:extLst>
                </p:cNvPr>
                <p:cNvSpPr/>
                <p:nvPr/>
              </p:nvSpPr>
              <p:spPr>
                <a:xfrm rot="16200000">
                  <a:off x="7303326" y="2561978"/>
                  <a:ext cx="214949" cy="115776"/>
                </a:xfrm>
                <a:prstGeom prst="rightArrow">
                  <a:avLst/>
                </a:prstGeom>
                <a:noFill/>
                <a:ln>
                  <a:solidFill>
                    <a:srgbClr val="6D399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6" name="Right Arrow 35">
                <a:extLst>
                  <a:ext uri="{FF2B5EF4-FFF2-40B4-BE49-F238E27FC236}">
                    <a16:creationId xmlns:a16="http://schemas.microsoft.com/office/drawing/2014/main" id="{8AFBA2D7-492A-E3E7-2E53-26C681DFA159}"/>
                  </a:ext>
                </a:extLst>
              </p:cNvPr>
              <p:cNvSpPr/>
              <p:nvPr/>
            </p:nvSpPr>
            <p:spPr>
              <a:xfrm>
                <a:off x="3410928" y="1753112"/>
                <a:ext cx="214949" cy="115776"/>
              </a:xfrm>
              <a:prstGeom prst="rightArrow">
                <a:avLst/>
              </a:prstGeom>
              <a:solidFill>
                <a:srgbClr val="42424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ight Arrow 36">
                <a:extLst>
                  <a:ext uri="{FF2B5EF4-FFF2-40B4-BE49-F238E27FC236}">
                    <a16:creationId xmlns:a16="http://schemas.microsoft.com/office/drawing/2014/main" id="{1C1750E9-0242-9AF3-B365-AC5BA7CF63D9}"/>
                  </a:ext>
                </a:extLst>
              </p:cNvPr>
              <p:cNvSpPr/>
              <p:nvPr/>
            </p:nvSpPr>
            <p:spPr>
              <a:xfrm>
                <a:off x="5988525" y="1753112"/>
                <a:ext cx="214949" cy="115776"/>
              </a:xfrm>
              <a:prstGeom prst="rightArrow">
                <a:avLst/>
              </a:prstGeom>
              <a:solidFill>
                <a:srgbClr val="42424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9892E10-A36C-43E5-6840-0F82AB3580DD}"/>
                  </a:ext>
                </a:extLst>
              </p:cNvPr>
              <p:cNvSpPr txBox="1"/>
              <p:nvPr/>
            </p:nvSpPr>
            <p:spPr>
              <a:xfrm>
                <a:off x="1474843" y="3856751"/>
                <a:ext cx="91313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i="1" dirty="0">
                    <a:solidFill>
                      <a:srgbClr val="457499"/>
                    </a:solidFill>
                  </a:rPr>
                  <a:t>Training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10F6AC7-73B2-C2E8-2528-2527692F8470}"/>
                  </a:ext>
                </a:extLst>
              </p:cNvPr>
              <p:cNvSpPr txBox="1"/>
              <p:nvPr/>
            </p:nvSpPr>
            <p:spPr>
              <a:xfrm>
                <a:off x="5634504" y="3870846"/>
                <a:ext cx="11261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i="1" dirty="0">
                    <a:solidFill>
                      <a:srgbClr val="6D3991"/>
                    </a:solidFill>
                  </a:rPr>
                  <a:t>Validation</a:t>
                </a:r>
              </a:p>
            </p:txBody>
          </p:sp>
        </p:grp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D6AC5E0A-4A0B-6105-9AA6-71677606A4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4296367" y="3507814"/>
              <a:ext cx="1510134" cy="757731"/>
            </a:xfrm>
            <a:prstGeom prst="rect">
              <a:avLst/>
            </a:prstGeom>
            <a:ln>
              <a:solidFill>
                <a:srgbClr val="457499"/>
              </a:solidFill>
            </a:ln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C37A404-79C9-DE9D-AEFC-9D2532F25C9C}"/>
                </a:ext>
              </a:extLst>
            </p:cNvPr>
            <p:cNvSpPr txBox="1"/>
            <p:nvPr/>
          </p:nvSpPr>
          <p:spPr>
            <a:xfrm>
              <a:off x="14375610" y="3687597"/>
              <a:ext cx="838046" cy="27799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457499"/>
                  </a:solidFill>
                </a:rPr>
                <a:t>Control</a:t>
              </a: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1B5FE316-84F8-7614-1183-BFC53494B6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8416393" y="3602095"/>
              <a:ext cx="1515042" cy="757521"/>
            </a:xfrm>
            <a:prstGeom prst="rect">
              <a:avLst/>
            </a:prstGeom>
            <a:ln>
              <a:solidFill>
                <a:srgbClr val="6D3991"/>
              </a:solidFill>
            </a:ln>
          </p:spPr>
        </p:pic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D858CF9-4873-972F-F502-F9E0272BB90F}"/>
                </a:ext>
              </a:extLst>
            </p:cNvPr>
            <p:cNvSpPr txBox="1"/>
            <p:nvPr/>
          </p:nvSpPr>
          <p:spPr>
            <a:xfrm>
              <a:off x="18704936" y="3856745"/>
              <a:ext cx="683235" cy="27799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6D3991"/>
                  </a:solidFill>
                </a:rPr>
                <a:t>Pert. 2</a:t>
              </a:r>
              <a:endParaRPr lang="en-US" sz="2000" b="1" dirty="0">
                <a:solidFill>
                  <a:srgbClr val="6D3991"/>
                </a:solidFill>
              </a:endParaRPr>
            </a:p>
          </p:txBody>
        </p:sp>
        <p:pic>
          <p:nvPicPr>
            <p:cNvPr id="104" name="Picture 103">
              <a:extLst>
                <a:ext uri="{FF2B5EF4-FFF2-40B4-BE49-F238E27FC236}">
                  <a16:creationId xmlns:a16="http://schemas.microsoft.com/office/drawing/2014/main" id="{9099025F-5AF0-B3EF-80D6-A136189EA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5258405" y="3683302"/>
              <a:ext cx="1521212" cy="792861"/>
            </a:xfrm>
            <a:prstGeom prst="rect">
              <a:avLst/>
            </a:prstGeom>
            <a:ln>
              <a:solidFill>
                <a:srgbClr val="457499"/>
              </a:solidFill>
            </a:ln>
          </p:spPr>
        </p:pic>
      </p:grp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8D780DA-8AC7-5FCD-7749-EEA5FC534A31}"/>
              </a:ext>
            </a:extLst>
          </p:cNvPr>
          <p:cNvSpPr/>
          <p:nvPr/>
        </p:nvSpPr>
        <p:spPr>
          <a:xfrm>
            <a:off x="14836199" y="4245749"/>
            <a:ext cx="1086963" cy="428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B49B2D8-3B80-6D14-13E1-A84063420707}"/>
              </a:ext>
            </a:extLst>
          </p:cNvPr>
          <p:cNvSpPr txBox="1"/>
          <p:nvPr/>
        </p:nvSpPr>
        <p:spPr>
          <a:xfrm>
            <a:off x="14843068" y="4260531"/>
            <a:ext cx="1060427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457499"/>
                </a:solidFill>
              </a:rPr>
              <a:t>Pert. 2</a:t>
            </a:r>
            <a:endParaRPr lang="en-US" sz="2000" b="1" dirty="0">
              <a:solidFill>
                <a:srgbClr val="4574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9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10208</TotalTime>
  <Words>81</Words>
  <Application>Microsoft Macintosh PowerPoint</Application>
  <PresentationFormat>Custom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Tianyu Zhang</dc:creator>
  <cp:lastModifiedBy>Tianyu Zhang</cp:lastModifiedBy>
  <cp:revision>45</cp:revision>
  <dcterms:created xsi:type="dcterms:W3CDTF">2024-06-24T20:16:04Z</dcterms:created>
  <dcterms:modified xsi:type="dcterms:W3CDTF">2025-06-25T21:05:42Z</dcterms:modified>
</cp:coreProperties>
</file>