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4" r:id="rId1"/>
  </p:sldMasterIdLst>
  <p:sldIdLst>
    <p:sldId id="261" r:id="rId2"/>
  </p:sldIdLst>
  <p:sldSz cx="12801600" cy="5486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B70A"/>
    <a:srgbClr val="6D3991"/>
    <a:srgbClr val="013E75"/>
    <a:srgbClr val="E9EAEC"/>
    <a:srgbClr val="7695B0"/>
    <a:srgbClr val="557A9D"/>
    <a:srgbClr val="BBC9D5"/>
    <a:srgbClr val="AEAEAE"/>
    <a:srgbClr val="424242"/>
    <a:srgbClr val="4574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99"/>
    <p:restoredTop sz="94626"/>
  </p:normalViewPr>
  <p:slideViewPr>
    <p:cSldViewPr snapToGrid="0">
      <p:cViewPr varScale="1">
        <p:scale>
          <a:sx n="119" d="100"/>
          <a:sy n="119" d="100"/>
        </p:scale>
        <p:origin x="224" y="7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897890"/>
            <a:ext cx="9601200" cy="1910080"/>
          </a:xfrm>
        </p:spPr>
        <p:txBody>
          <a:bodyPr anchor="b"/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0200" y="2881630"/>
            <a:ext cx="9601200" cy="1324610"/>
          </a:xfrm>
        </p:spPr>
        <p:txBody>
          <a:bodyPr/>
          <a:lstStyle>
            <a:lvl1pPr marL="0" indent="0" algn="ctr">
              <a:buNone/>
              <a:defRPr sz="1920"/>
            </a:lvl1pPr>
            <a:lvl2pPr marL="365760" indent="0" algn="ctr">
              <a:buNone/>
              <a:defRPr sz="1600"/>
            </a:lvl2pPr>
            <a:lvl3pPr marL="731520" indent="0" algn="ctr">
              <a:buNone/>
              <a:defRPr sz="1440"/>
            </a:lvl3pPr>
            <a:lvl4pPr marL="1097280" indent="0" algn="ctr">
              <a:buNone/>
              <a:defRPr sz="1280"/>
            </a:lvl4pPr>
            <a:lvl5pPr marL="1463040" indent="0" algn="ctr">
              <a:buNone/>
              <a:defRPr sz="1280"/>
            </a:lvl5pPr>
            <a:lvl6pPr marL="1828800" indent="0" algn="ctr">
              <a:buNone/>
              <a:defRPr sz="1280"/>
            </a:lvl6pPr>
            <a:lvl7pPr marL="2194560" indent="0" algn="ctr">
              <a:buNone/>
              <a:defRPr sz="1280"/>
            </a:lvl7pPr>
            <a:lvl8pPr marL="2560320" indent="0" algn="ctr">
              <a:buNone/>
              <a:defRPr sz="1280"/>
            </a:lvl8pPr>
            <a:lvl9pPr marL="2926080" indent="0" algn="ctr">
              <a:buNone/>
              <a:defRPr sz="128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5FAA8-77F2-5C42-A9DC-2A9BDE3DA24F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6042F-A8B7-924E-9A5B-E19C6F34A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4703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5FAA8-77F2-5C42-A9DC-2A9BDE3DA24F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6042F-A8B7-924E-9A5B-E19C6F34A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5157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3442" y="1367791"/>
            <a:ext cx="11041380" cy="228219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3442" y="3671571"/>
            <a:ext cx="11041380" cy="1200150"/>
          </a:xfrm>
        </p:spPr>
        <p:txBody>
          <a:bodyPr/>
          <a:lstStyle>
            <a:lvl1pPr marL="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1pPr>
            <a:lvl2pPr marL="36576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2pPr>
            <a:lvl3pPr marL="731520" indent="0">
              <a:buNone/>
              <a:defRPr sz="1440">
                <a:solidFill>
                  <a:schemeClr val="tx1">
                    <a:tint val="82000"/>
                  </a:schemeClr>
                </a:solidFill>
              </a:defRPr>
            </a:lvl3pPr>
            <a:lvl4pPr marL="1097280" indent="0">
              <a:buNone/>
              <a:defRPr sz="1280">
                <a:solidFill>
                  <a:schemeClr val="tx1">
                    <a:tint val="82000"/>
                  </a:schemeClr>
                </a:solidFill>
              </a:defRPr>
            </a:lvl4pPr>
            <a:lvl5pPr marL="1463040" indent="0">
              <a:buNone/>
              <a:defRPr sz="1280">
                <a:solidFill>
                  <a:schemeClr val="tx1">
                    <a:tint val="82000"/>
                  </a:schemeClr>
                </a:solidFill>
              </a:defRPr>
            </a:lvl5pPr>
            <a:lvl6pPr marL="1828800" indent="0">
              <a:buNone/>
              <a:defRPr sz="1280">
                <a:solidFill>
                  <a:schemeClr val="tx1">
                    <a:tint val="82000"/>
                  </a:schemeClr>
                </a:solidFill>
              </a:defRPr>
            </a:lvl6pPr>
            <a:lvl7pPr marL="2194560" indent="0">
              <a:buNone/>
              <a:defRPr sz="1280">
                <a:solidFill>
                  <a:schemeClr val="tx1">
                    <a:tint val="82000"/>
                  </a:schemeClr>
                </a:solidFill>
              </a:defRPr>
            </a:lvl7pPr>
            <a:lvl8pPr marL="2560320" indent="0">
              <a:buNone/>
              <a:defRPr sz="1280">
                <a:solidFill>
                  <a:schemeClr val="tx1">
                    <a:tint val="82000"/>
                  </a:schemeClr>
                </a:solidFill>
              </a:defRPr>
            </a:lvl8pPr>
            <a:lvl9pPr marL="2926080" indent="0">
              <a:buNone/>
              <a:defRPr sz="128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5FAA8-77F2-5C42-A9DC-2A9BDE3DA24F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6042F-A8B7-924E-9A5B-E19C6F34A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5904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80110" y="1460500"/>
            <a:ext cx="5440680" cy="34810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80810" y="1460500"/>
            <a:ext cx="5440680" cy="34810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5FAA8-77F2-5C42-A9DC-2A9BDE3DA24F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6042F-A8B7-924E-9A5B-E19C6F34A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4476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7" y="292101"/>
            <a:ext cx="11041380" cy="106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1778" y="1344930"/>
            <a:ext cx="5415676" cy="659130"/>
          </a:xfrm>
        </p:spPr>
        <p:txBody>
          <a:bodyPr anchor="b"/>
          <a:lstStyle>
            <a:lvl1pPr marL="0" indent="0">
              <a:buNone/>
              <a:defRPr sz="1920" b="1"/>
            </a:lvl1pPr>
            <a:lvl2pPr marL="365760" indent="0">
              <a:buNone/>
              <a:defRPr sz="1600" b="1"/>
            </a:lvl2pPr>
            <a:lvl3pPr marL="731520" indent="0">
              <a:buNone/>
              <a:defRPr sz="1440" b="1"/>
            </a:lvl3pPr>
            <a:lvl4pPr marL="1097280" indent="0">
              <a:buNone/>
              <a:defRPr sz="1280" b="1"/>
            </a:lvl4pPr>
            <a:lvl5pPr marL="1463040" indent="0">
              <a:buNone/>
              <a:defRPr sz="1280" b="1"/>
            </a:lvl5pPr>
            <a:lvl6pPr marL="1828800" indent="0">
              <a:buNone/>
              <a:defRPr sz="1280" b="1"/>
            </a:lvl6pPr>
            <a:lvl7pPr marL="2194560" indent="0">
              <a:buNone/>
              <a:defRPr sz="1280" b="1"/>
            </a:lvl7pPr>
            <a:lvl8pPr marL="2560320" indent="0">
              <a:buNone/>
              <a:defRPr sz="1280" b="1"/>
            </a:lvl8pPr>
            <a:lvl9pPr marL="2926080" indent="0">
              <a:buNone/>
              <a:defRPr sz="12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81778" y="2004060"/>
            <a:ext cx="5415676" cy="29476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80810" y="1344930"/>
            <a:ext cx="5442347" cy="659130"/>
          </a:xfrm>
        </p:spPr>
        <p:txBody>
          <a:bodyPr anchor="b"/>
          <a:lstStyle>
            <a:lvl1pPr marL="0" indent="0">
              <a:buNone/>
              <a:defRPr sz="1920" b="1"/>
            </a:lvl1pPr>
            <a:lvl2pPr marL="365760" indent="0">
              <a:buNone/>
              <a:defRPr sz="1600" b="1"/>
            </a:lvl2pPr>
            <a:lvl3pPr marL="731520" indent="0">
              <a:buNone/>
              <a:defRPr sz="1440" b="1"/>
            </a:lvl3pPr>
            <a:lvl4pPr marL="1097280" indent="0">
              <a:buNone/>
              <a:defRPr sz="1280" b="1"/>
            </a:lvl4pPr>
            <a:lvl5pPr marL="1463040" indent="0">
              <a:buNone/>
              <a:defRPr sz="1280" b="1"/>
            </a:lvl5pPr>
            <a:lvl6pPr marL="1828800" indent="0">
              <a:buNone/>
              <a:defRPr sz="1280" b="1"/>
            </a:lvl6pPr>
            <a:lvl7pPr marL="2194560" indent="0">
              <a:buNone/>
              <a:defRPr sz="1280" b="1"/>
            </a:lvl7pPr>
            <a:lvl8pPr marL="2560320" indent="0">
              <a:buNone/>
              <a:defRPr sz="1280" b="1"/>
            </a:lvl8pPr>
            <a:lvl9pPr marL="2926080" indent="0">
              <a:buNone/>
              <a:defRPr sz="12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80810" y="2004060"/>
            <a:ext cx="5442347" cy="29476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5FAA8-77F2-5C42-A9DC-2A9BDE3DA24F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6042F-A8B7-924E-9A5B-E19C6F34A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183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5FAA8-77F2-5C42-A9DC-2A9BDE3DA24F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6042F-A8B7-924E-9A5B-E19C6F34A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5786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5FAA8-77F2-5C42-A9DC-2A9BDE3DA24F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6042F-A8B7-924E-9A5B-E19C6F34A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1685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8" y="365760"/>
            <a:ext cx="4128849" cy="1280160"/>
          </a:xfrm>
        </p:spPr>
        <p:txBody>
          <a:bodyPr anchor="b"/>
          <a:lstStyle>
            <a:lvl1pPr>
              <a:defRPr sz="25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42347" y="789940"/>
            <a:ext cx="6480810" cy="3898900"/>
          </a:xfrm>
        </p:spPr>
        <p:txBody>
          <a:bodyPr/>
          <a:lstStyle>
            <a:lvl1pPr>
              <a:defRPr sz="2560"/>
            </a:lvl1pPr>
            <a:lvl2pPr>
              <a:defRPr sz="2240"/>
            </a:lvl2pPr>
            <a:lvl3pPr>
              <a:defRPr sz="192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1778" y="1645920"/>
            <a:ext cx="4128849" cy="3049270"/>
          </a:xfrm>
        </p:spPr>
        <p:txBody>
          <a:bodyPr/>
          <a:lstStyle>
            <a:lvl1pPr marL="0" indent="0">
              <a:buNone/>
              <a:defRPr sz="1280"/>
            </a:lvl1pPr>
            <a:lvl2pPr marL="365760" indent="0">
              <a:buNone/>
              <a:defRPr sz="1120"/>
            </a:lvl2pPr>
            <a:lvl3pPr marL="731520" indent="0">
              <a:buNone/>
              <a:defRPr sz="960"/>
            </a:lvl3pPr>
            <a:lvl4pPr marL="1097280" indent="0">
              <a:buNone/>
              <a:defRPr sz="800"/>
            </a:lvl4pPr>
            <a:lvl5pPr marL="1463040" indent="0">
              <a:buNone/>
              <a:defRPr sz="800"/>
            </a:lvl5pPr>
            <a:lvl6pPr marL="1828800" indent="0">
              <a:buNone/>
              <a:defRPr sz="800"/>
            </a:lvl6pPr>
            <a:lvl7pPr marL="2194560" indent="0">
              <a:buNone/>
              <a:defRPr sz="800"/>
            </a:lvl7pPr>
            <a:lvl8pPr marL="2560320" indent="0">
              <a:buNone/>
              <a:defRPr sz="800"/>
            </a:lvl8pPr>
            <a:lvl9pPr marL="2926080" indent="0">
              <a:buNone/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5FAA8-77F2-5C42-A9DC-2A9BDE3DA24F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6042F-A8B7-924E-9A5B-E19C6F34A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1680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8" y="365760"/>
            <a:ext cx="4128849" cy="1280160"/>
          </a:xfrm>
        </p:spPr>
        <p:txBody>
          <a:bodyPr anchor="b"/>
          <a:lstStyle>
            <a:lvl1pPr>
              <a:defRPr sz="25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42347" y="789940"/>
            <a:ext cx="6480810" cy="3898900"/>
          </a:xfrm>
        </p:spPr>
        <p:txBody>
          <a:bodyPr anchor="t"/>
          <a:lstStyle>
            <a:lvl1pPr marL="0" indent="0">
              <a:buNone/>
              <a:defRPr sz="2560"/>
            </a:lvl1pPr>
            <a:lvl2pPr marL="365760" indent="0">
              <a:buNone/>
              <a:defRPr sz="2240"/>
            </a:lvl2pPr>
            <a:lvl3pPr marL="731520" indent="0">
              <a:buNone/>
              <a:defRPr sz="1920"/>
            </a:lvl3pPr>
            <a:lvl4pPr marL="1097280" indent="0">
              <a:buNone/>
              <a:defRPr sz="1600"/>
            </a:lvl4pPr>
            <a:lvl5pPr marL="1463040" indent="0">
              <a:buNone/>
              <a:defRPr sz="1600"/>
            </a:lvl5pPr>
            <a:lvl6pPr marL="1828800" indent="0">
              <a:buNone/>
              <a:defRPr sz="1600"/>
            </a:lvl6pPr>
            <a:lvl7pPr marL="2194560" indent="0">
              <a:buNone/>
              <a:defRPr sz="1600"/>
            </a:lvl7pPr>
            <a:lvl8pPr marL="2560320" indent="0">
              <a:buNone/>
              <a:defRPr sz="1600"/>
            </a:lvl8pPr>
            <a:lvl9pPr marL="292608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1778" y="1645920"/>
            <a:ext cx="4128849" cy="3049270"/>
          </a:xfrm>
        </p:spPr>
        <p:txBody>
          <a:bodyPr/>
          <a:lstStyle>
            <a:lvl1pPr marL="0" indent="0">
              <a:buNone/>
              <a:defRPr sz="1280"/>
            </a:lvl1pPr>
            <a:lvl2pPr marL="365760" indent="0">
              <a:buNone/>
              <a:defRPr sz="1120"/>
            </a:lvl2pPr>
            <a:lvl3pPr marL="731520" indent="0">
              <a:buNone/>
              <a:defRPr sz="960"/>
            </a:lvl3pPr>
            <a:lvl4pPr marL="1097280" indent="0">
              <a:buNone/>
              <a:defRPr sz="800"/>
            </a:lvl4pPr>
            <a:lvl5pPr marL="1463040" indent="0">
              <a:buNone/>
              <a:defRPr sz="800"/>
            </a:lvl5pPr>
            <a:lvl6pPr marL="1828800" indent="0">
              <a:buNone/>
              <a:defRPr sz="800"/>
            </a:lvl6pPr>
            <a:lvl7pPr marL="2194560" indent="0">
              <a:buNone/>
              <a:defRPr sz="800"/>
            </a:lvl7pPr>
            <a:lvl8pPr marL="2560320" indent="0">
              <a:buNone/>
              <a:defRPr sz="800"/>
            </a:lvl8pPr>
            <a:lvl9pPr marL="2926080" indent="0">
              <a:buNone/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5FAA8-77F2-5C42-A9DC-2A9BDE3DA24F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6042F-A8B7-924E-9A5B-E19C6F34A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9478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5FAA8-77F2-5C42-A9DC-2A9BDE3DA24F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6042F-A8B7-924E-9A5B-E19C6F34A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6127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1145" y="292100"/>
            <a:ext cx="2760345" cy="464947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80110" y="292100"/>
            <a:ext cx="8121015" cy="464947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5FAA8-77F2-5C42-A9DC-2A9BDE3DA24F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6042F-A8B7-924E-9A5B-E19C6F34A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5219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80110" y="292101"/>
            <a:ext cx="11041380" cy="10604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0110" y="1460500"/>
            <a:ext cx="11041380" cy="34810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0110" y="5085080"/>
            <a:ext cx="2880360" cy="292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25FAA8-77F2-5C42-A9DC-2A9BDE3DA24F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40530" y="5085080"/>
            <a:ext cx="4320540" cy="292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41130" y="5085080"/>
            <a:ext cx="2880360" cy="292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D6042F-A8B7-924E-9A5B-E19C6F34A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126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731520" rtl="0" eaLnBrk="1" latinLnBrk="0" hangingPunct="1">
        <a:lnSpc>
          <a:spcPct val="90000"/>
        </a:lnSpc>
        <a:spcBef>
          <a:spcPct val="0"/>
        </a:spcBef>
        <a:buNone/>
        <a:defRPr sz="35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73152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224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4pPr>
      <a:lvl5pPr marL="164592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5pPr>
      <a:lvl6pPr marL="201168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1pPr>
      <a:lvl2pPr marL="36576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6pPr>
      <a:lvl7pPr marL="219456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7pPr>
      <a:lvl8pPr marL="256032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8pPr>
      <a:lvl9pPr marL="292608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6" name="Group 175">
            <a:extLst>
              <a:ext uri="{FF2B5EF4-FFF2-40B4-BE49-F238E27FC236}">
                <a16:creationId xmlns:a16="http://schemas.microsoft.com/office/drawing/2014/main" id="{7105A673-B0BB-6D55-74DF-01A4362DACB5}"/>
              </a:ext>
            </a:extLst>
          </p:cNvPr>
          <p:cNvGrpSpPr/>
          <p:nvPr/>
        </p:nvGrpSpPr>
        <p:grpSpPr>
          <a:xfrm>
            <a:off x="7625046" y="813574"/>
            <a:ext cx="4780827" cy="899840"/>
            <a:chOff x="6228667" y="556062"/>
            <a:chExt cx="6407213" cy="1415696"/>
          </a:xfrm>
        </p:grpSpPr>
        <p:sp>
          <p:nvSpPr>
            <p:cNvPr id="27" name="Rounded Rectangle 26">
              <a:extLst>
                <a:ext uri="{FF2B5EF4-FFF2-40B4-BE49-F238E27FC236}">
                  <a16:creationId xmlns:a16="http://schemas.microsoft.com/office/drawing/2014/main" id="{2E5E64E9-539E-1A2F-2457-5723E1B7DCC3}"/>
                </a:ext>
              </a:extLst>
            </p:cNvPr>
            <p:cNvSpPr/>
            <p:nvPr/>
          </p:nvSpPr>
          <p:spPr>
            <a:xfrm>
              <a:off x="9714914" y="556062"/>
              <a:ext cx="1187001" cy="1395634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ounded Rectangle 25">
              <a:extLst>
                <a:ext uri="{FF2B5EF4-FFF2-40B4-BE49-F238E27FC236}">
                  <a16:creationId xmlns:a16="http://schemas.microsoft.com/office/drawing/2014/main" id="{F184B1F1-8597-C90C-B97B-6E4F4CD8E184}"/>
                </a:ext>
              </a:extLst>
            </p:cNvPr>
            <p:cNvSpPr/>
            <p:nvPr/>
          </p:nvSpPr>
          <p:spPr>
            <a:xfrm>
              <a:off x="7983995" y="576124"/>
              <a:ext cx="1187001" cy="1395634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154C5FC2-D620-31DD-0C7B-FAA86E156F4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68678" y="1203793"/>
              <a:ext cx="451398" cy="0"/>
            </a:xfrm>
            <a:prstGeom prst="line">
              <a:avLst/>
            </a:prstGeom>
            <a:ln w="31750">
              <a:solidFill>
                <a:srgbClr val="013E75"/>
              </a:solidFill>
              <a:headEnd type="triangle" w="lg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Rounded Rectangle 34">
              <a:extLst>
                <a:ext uri="{FF2B5EF4-FFF2-40B4-BE49-F238E27FC236}">
                  <a16:creationId xmlns:a16="http://schemas.microsoft.com/office/drawing/2014/main" id="{C0F9BAA5-59DB-F19E-8D33-5AA91B723CC4}"/>
                </a:ext>
              </a:extLst>
            </p:cNvPr>
            <p:cNvSpPr/>
            <p:nvPr/>
          </p:nvSpPr>
          <p:spPr>
            <a:xfrm>
              <a:off x="8078884" y="706433"/>
              <a:ext cx="988912" cy="497360"/>
            </a:xfrm>
            <a:prstGeom prst="roundRect">
              <a:avLst/>
            </a:prstGeom>
            <a:solidFill>
              <a:srgbClr val="F5B70A">
                <a:alpha val="69804"/>
              </a:srgbClr>
            </a:solidFill>
            <a:ln>
              <a:solidFill>
                <a:srgbClr val="6D399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IRAK1</a:t>
              </a:r>
            </a:p>
          </p:txBody>
        </p:sp>
        <p:sp>
          <p:nvSpPr>
            <p:cNvPr id="36" name="Rounded Rectangle 35">
              <a:extLst>
                <a:ext uri="{FF2B5EF4-FFF2-40B4-BE49-F238E27FC236}">
                  <a16:creationId xmlns:a16="http://schemas.microsoft.com/office/drawing/2014/main" id="{0B4FBB62-31CF-68A8-F4BA-D9775C1E43B2}"/>
                </a:ext>
              </a:extLst>
            </p:cNvPr>
            <p:cNvSpPr/>
            <p:nvPr/>
          </p:nvSpPr>
          <p:spPr>
            <a:xfrm>
              <a:off x="8054984" y="1334102"/>
              <a:ext cx="988912" cy="497360"/>
            </a:xfrm>
            <a:prstGeom prst="roundRect">
              <a:avLst/>
            </a:prstGeom>
            <a:solidFill>
              <a:srgbClr val="F5B70A">
                <a:alpha val="69804"/>
              </a:srgbClr>
            </a:solidFill>
            <a:ln>
              <a:solidFill>
                <a:srgbClr val="6D399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IRAK4</a:t>
              </a:r>
              <a:endParaRPr lang="en-US" sz="11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37" name="Rounded Rectangle 36">
              <a:extLst>
                <a:ext uri="{FF2B5EF4-FFF2-40B4-BE49-F238E27FC236}">
                  <a16:creationId xmlns:a16="http://schemas.microsoft.com/office/drawing/2014/main" id="{37A067C0-A3BD-B319-9766-3D3C1F1B58FA}"/>
                </a:ext>
              </a:extLst>
            </p:cNvPr>
            <p:cNvSpPr/>
            <p:nvPr/>
          </p:nvSpPr>
          <p:spPr>
            <a:xfrm>
              <a:off x="9813957" y="687285"/>
              <a:ext cx="988912" cy="497360"/>
            </a:xfrm>
            <a:prstGeom prst="roundRect">
              <a:avLst/>
            </a:prstGeom>
            <a:solidFill>
              <a:srgbClr val="F5B70A">
                <a:alpha val="69804"/>
              </a:srgbClr>
            </a:solidFill>
            <a:ln>
              <a:solidFill>
                <a:srgbClr val="6D399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IKBKB</a:t>
              </a:r>
            </a:p>
          </p:txBody>
        </p:sp>
        <p:sp>
          <p:nvSpPr>
            <p:cNvPr id="38" name="Rounded Rectangle 37">
              <a:extLst>
                <a:ext uri="{FF2B5EF4-FFF2-40B4-BE49-F238E27FC236}">
                  <a16:creationId xmlns:a16="http://schemas.microsoft.com/office/drawing/2014/main" id="{78E17E39-880A-81A9-B39D-C16A0D10A841}"/>
                </a:ext>
              </a:extLst>
            </p:cNvPr>
            <p:cNvSpPr/>
            <p:nvPr/>
          </p:nvSpPr>
          <p:spPr>
            <a:xfrm>
              <a:off x="9813957" y="1325262"/>
              <a:ext cx="988912" cy="497360"/>
            </a:xfrm>
            <a:prstGeom prst="roundRect">
              <a:avLst/>
            </a:prstGeom>
            <a:solidFill>
              <a:srgbClr val="F5B70A">
                <a:alpha val="69804"/>
              </a:srgbClr>
            </a:solidFill>
            <a:ln>
              <a:solidFill>
                <a:srgbClr val="6D399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IKBKG</a:t>
              </a:r>
            </a:p>
          </p:txBody>
        </p:sp>
        <p:sp>
          <p:nvSpPr>
            <p:cNvPr id="39" name="Rounded Rectangle 38">
              <a:extLst>
                <a:ext uri="{FF2B5EF4-FFF2-40B4-BE49-F238E27FC236}">
                  <a16:creationId xmlns:a16="http://schemas.microsoft.com/office/drawing/2014/main" id="{83F78DFE-75B1-060E-0832-57C7426CC134}"/>
                </a:ext>
              </a:extLst>
            </p:cNvPr>
            <p:cNvSpPr/>
            <p:nvPr/>
          </p:nvSpPr>
          <p:spPr>
            <a:xfrm>
              <a:off x="11646968" y="955113"/>
              <a:ext cx="988912" cy="497360"/>
            </a:xfrm>
            <a:prstGeom prst="roundRect">
              <a:avLst/>
            </a:prstGeom>
            <a:solidFill>
              <a:srgbClr val="F5B70A">
                <a:alpha val="69804"/>
              </a:srgbClr>
            </a:solidFill>
            <a:ln>
              <a:solidFill>
                <a:srgbClr val="6D399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RELA</a:t>
              </a:r>
            </a:p>
          </p:txBody>
        </p:sp>
        <p:sp>
          <p:nvSpPr>
            <p:cNvPr id="40" name="Rounded Rectangle 39">
              <a:extLst>
                <a:ext uri="{FF2B5EF4-FFF2-40B4-BE49-F238E27FC236}">
                  <a16:creationId xmlns:a16="http://schemas.microsoft.com/office/drawing/2014/main" id="{6EB21B08-F6F2-6FDD-FC08-DF2CE48AEE90}"/>
                </a:ext>
              </a:extLst>
            </p:cNvPr>
            <p:cNvSpPr/>
            <p:nvPr/>
          </p:nvSpPr>
          <p:spPr>
            <a:xfrm>
              <a:off x="6228667" y="970496"/>
              <a:ext cx="988912" cy="497360"/>
            </a:xfrm>
            <a:prstGeom prst="roundRect">
              <a:avLst/>
            </a:prstGeom>
            <a:solidFill>
              <a:srgbClr val="F5B70A">
                <a:alpha val="70196"/>
              </a:srgbClr>
            </a:solidFill>
            <a:ln>
              <a:solidFill>
                <a:srgbClr val="6D399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rgbClr val="013E75"/>
                  </a:solidFill>
                </a:rPr>
                <a:t>MYD88</a:t>
              </a:r>
            </a:p>
          </p:txBody>
        </p: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EA63DB31-2280-2EFD-E761-BF36B3873B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13327" y="1203793"/>
              <a:ext cx="451398" cy="0"/>
            </a:xfrm>
            <a:prstGeom prst="line">
              <a:avLst/>
            </a:prstGeom>
            <a:ln w="31750">
              <a:solidFill>
                <a:srgbClr val="013E75"/>
              </a:solidFill>
              <a:headEnd type="triangle" w="lg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396EF1C6-8208-F44D-46DF-A57DBD16CA0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54375" y="1203793"/>
              <a:ext cx="451398" cy="0"/>
            </a:xfrm>
            <a:prstGeom prst="line">
              <a:avLst/>
            </a:prstGeom>
            <a:ln w="31750">
              <a:solidFill>
                <a:srgbClr val="013E75"/>
              </a:solidFill>
              <a:headEnd type="triangle" w="lg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C68713BA-091E-4C85-71B5-41D4F2C83A7E}"/>
              </a:ext>
            </a:extLst>
          </p:cNvPr>
          <p:cNvGrpSpPr/>
          <p:nvPr/>
        </p:nvGrpSpPr>
        <p:grpSpPr>
          <a:xfrm>
            <a:off x="7676556" y="3285731"/>
            <a:ext cx="4724445" cy="1122575"/>
            <a:chOff x="6256377" y="2414366"/>
            <a:chExt cx="6379503" cy="1653532"/>
          </a:xfrm>
        </p:grpSpPr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BB1C0517-46DD-136D-0A99-076EB06C22B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10424" y="2663046"/>
              <a:ext cx="639045" cy="570549"/>
            </a:xfrm>
            <a:prstGeom prst="line">
              <a:avLst/>
            </a:prstGeom>
            <a:ln w="25400">
              <a:solidFill>
                <a:srgbClr val="013E75"/>
              </a:solidFill>
              <a:head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Rounded Rectangle 48">
              <a:extLst>
                <a:ext uri="{FF2B5EF4-FFF2-40B4-BE49-F238E27FC236}">
                  <a16:creationId xmlns:a16="http://schemas.microsoft.com/office/drawing/2014/main" id="{72137F8E-6D08-1DF7-BCDC-31BB6D9179DE}"/>
                </a:ext>
              </a:extLst>
            </p:cNvPr>
            <p:cNvSpPr/>
            <p:nvPr/>
          </p:nvSpPr>
          <p:spPr>
            <a:xfrm>
              <a:off x="8008656" y="2414366"/>
              <a:ext cx="988912" cy="497360"/>
            </a:xfrm>
            <a:prstGeom prst="roundRect">
              <a:avLst/>
            </a:prstGeom>
            <a:solidFill>
              <a:srgbClr val="F5B70A">
                <a:alpha val="69804"/>
              </a:srgbClr>
            </a:solidFill>
            <a:ln>
              <a:solidFill>
                <a:srgbClr val="6D399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IRAK1</a:t>
              </a:r>
            </a:p>
          </p:txBody>
        </p:sp>
        <p:sp>
          <p:nvSpPr>
            <p:cNvPr id="50" name="Rounded Rectangle 49">
              <a:extLst>
                <a:ext uri="{FF2B5EF4-FFF2-40B4-BE49-F238E27FC236}">
                  <a16:creationId xmlns:a16="http://schemas.microsoft.com/office/drawing/2014/main" id="{B2FC4946-3BBE-AE1F-D4A5-A1229A9BD23F}"/>
                </a:ext>
              </a:extLst>
            </p:cNvPr>
            <p:cNvSpPr/>
            <p:nvPr/>
          </p:nvSpPr>
          <p:spPr>
            <a:xfrm>
              <a:off x="8008656" y="3559345"/>
              <a:ext cx="988912" cy="497360"/>
            </a:xfrm>
            <a:prstGeom prst="roundRect">
              <a:avLst/>
            </a:prstGeom>
            <a:solidFill>
              <a:srgbClr val="F5B70A">
                <a:alpha val="69804"/>
              </a:srgbClr>
            </a:solidFill>
            <a:ln>
              <a:solidFill>
                <a:srgbClr val="6D399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IRAK4</a:t>
              </a:r>
            </a:p>
          </p:txBody>
        </p:sp>
        <p:sp>
          <p:nvSpPr>
            <p:cNvPr id="51" name="Rounded Rectangle 50">
              <a:extLst>
                <a:ext uri="{FF2B5EF4-FFF2-40B4-BE49-F238E27FC236}">
                  <a16:creationId xmlns:a16="http://schemas.microsoft.com/office/drawing/2014/main" id="{AA208D06-F94D-6179-F556-37FAD216F632}"/>
                </a:ext>
              </a:extLst>
            </p:cNvPr>
            <p:cNvSpPr/>
            <p:nvPr/>
          </p:nvSpPr>
          <p:spPr>
            <a:xfrm>
              <a:off x="9801657" y="2414499"/>
              <a:ext cx="988912" cy="497360"/>
            </a:xfrm>
            <a:prstGeom prst="roundRect">
              <a:avLst/>
            </a:prstGeom>
            <a:solidFill>
              <a:srgbClr val="F5B70A">
                <a:alpha val="69804"/>
              </a:srgbClr>
            </a:solidFill>
            <a:ln>
              <a:solidFill>
                <a:srgbClr val="6D399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IKBKB</a:t>
              </a:r>
            </a:p>
          </p:txBody>
        </p:sp>
        <p:sp>
          <p:nvSpPr>
            <p:cNvPr id="52" name="Rounded Rectangle 51">
              <a:extLst>
                <a:ext uri="{FF2B5EF4-FFF2-40B4-BE49-F238E27FC236}">
                  <a16:creationId xmlns:a16="http://schemas.microsoft.com/office/drawing/2014/main" id="{DBB196F0-A6D2-787D-B626-4030696A5F20}"/>
                </a:ext>
              </a:extLst>
            </p:cNvPr>
            <p:cNvSpPr/>
            <p:nvPr/>
          </p:nvSpPr>
          <p:spPr>
            <a:xfrm>
              <a:off x="9801657" y="3570538"/>
              <a:ext cx="988912" cy="497360"/>
            </a:xfrm>
            <a:prstGeom prst="roundRect">
              <a:avLst/>
            </a:prstGeom>
            <a:solidFill>
              <a:srgbClr val="F5B70A">
                <a:alpha val="69804"/>
              </a:srgbClr>
            </a:solidFill>
            <a:ln>
              <a:solidFill>
                <a:srgbClr val="6D399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IKBKG</a:t>
              </a:r>
            </a:p>
          </p:txBody>
        </p:sp>
        <p:sp>
          <p:nvSpPr>
            <p:cNvPr id="53" name="Rounded Rectangle 52">
              <a:extLst>
                <a:ext uri="{FF2B5EF4-FFF2-40B4-BE49-F238E27FC236}">
                  <a16:creationId xmlns:a16="http://schemas.microsoft.com/office/drawing/2014/main" id="{B4DD212E-0578-DEBD-72B9-6B28ADA1B3F2}"/>
                </a:ext>
              </a:extLst>
            </p:cNvPr>
            <p:cNvSpPr/>
            <p:nvPr/>
          </p:nvSpPr>
          <p:spPr>
            <a:xfrm>
              <a:off x="11646968" y="2981504"/>
              <a:ext cx="988912" cy="497360"/>
            </a:xfrm>
            <a:prstGeom prst="roundRect">
              <a:avLst/>
            </a:prstGeom>
            <a:solidFill>
              <a:srgbClr val="F5B70A">
                <a:alpha val="69804"/>
              </a:srgbClr>
            </a:solidFill>
            <a:ln>
              <a:solidFill>
                <a:srgbClr val="6D399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RELA</a:t>
              </a:r>
            </a:p>
          </p:txBody>
        </p:sp>
        <p:sp>
          <p:nvSpPr>
            <p:cNvPr id="54" name="Rounded Rectangle 53">
              <a:extLst>
                <a:ext uri="{FF2B5EF4-FFF2-40B4-BE49-F238E27FC236}">
                  <a16:creationId xmlns:a16="http://schemas.microsoft.com/office/drawing/2014/main" id="{14A8541E-03D8-57CE-4041-2EEE43AA0D79}"/>
                </a:ext>
              </a:extLst>
            </p:cNvPr>
            <p:cNvSpPr/>
            <p:nvPr/>
          </p:nvSpPr>
          <p:spPr>
            <a:xfrm>
              <a:off x="6256377" y="3000298"/>
              <a:ext cx="988912" cy="497360"/>
            </a:xfrm>
            <a:prstGeom prst="roundRect">
              <a:avLst/>
            </a:prstGeom>
            <a:solidFill>
              <a:srgbClr val="F5B70A">
                <a:alpha val="69804"/>
              </a:srgbClr>
            </a:solidFill>
            <a:ln>
              <a:solidFill>
                <a:srgbClr val="6D399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MYD88</a:t>
              </a:r>
            </a:p>
          </p:txBody>
        </p: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CBDE2A42-ACAB-E1EE-F6EA-2270B851969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327812" y="3233595"/>
              <a:ext cx="621657" cy="585623"/>
            </a:xfrm>
            <a:prstGeom prst="line">
              <a:avLst/>
            </a:prstGeom>
            <a:ln w="25400">
              <a:solidFill>
                <a:srgbClr val="013E75"/>
              </a:solidFill>
              <a:head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6ACC6ABC-318E-5A9A-560A-D9A561AAC7B4}"/>
                </a:ext>
              </a:extLst>
            </p:cNvPr>
            <p:cNvCxnSpPr>
              <a:cxnSpLocks/>
            </p:cNvCxnSpPr>
            <p:nvPr/>
          </p:nvCxnSpPr>
          <p:spPr>
            <a:xfrm>
              <a:off x="8473886" y="2963703"/>
              <a:ext cx="0" cy="533955"/>
            </a:xfrm>
            <a:prstGeom prst="line">
              <a:avLst/>
            </a:prstGeom>
            <a:ln w="25400">
              <a:solidFill>
                <a:srgbClr val="013E75"/>
              </a:solidFill>
              <a:head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606AAB12-774B-D461-2253-521D98F7A1F2}"/>
                </a:ext>
              </a:extLst>
            </p:cNvPr>
            <p:cNvCxnSpPr>
              <a:cxnSpLocks/>
            </p:cNvCxnSpPr>
            <p:nvPr/>
          </p:nvCxnSpPr>
          <p:spPr>
            <a:xfrm>
              <a:off x="10296113" y="2963702"/>
              <a:ext cx="0" cy="562704"/>
            </a:xfrm>
            <a:prstGeom prst="line">
              <a:avLst/>
            </a:prstGeom>
            <a:ln w="31750">
              <a:solidFill>
                <a:srgbClr val="013E75"/>
              </a:solidFill>
              <a:head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97BA90B8-77E7-389D-0087-40796825EF0B}"/>
                </a:ext>
              </a:extLst>
            </p:cNvPr>
            <p:cNvCxnSpPr>
              <a:cxnSpLocks/>
            </p:cNvCxnSpPr>
            <p:nvPr/>
          </p:nvCxnSpPr>
          <p:spPr>
            <a:xfrm>
              <a:off x="9048587" y="2601132"/>
              <a:ext cx="693883" cy="2795"/>
            </a:xfrm>
            <a:prstGeom prst="line">
              <a:avLst/>
            </a:prstGeom>
            <a:ln w="25400">
              <a:solidFill>
                <a:srgbClr val="013E75"/>
              </a:solidFill>
              <a:head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291C8B9D-ADFD-84A6-DB3F-8C50C7AEDAD3}"/>
                </a:ext>
              </a:extLst>
            </p:cNvPr>
            <p:cNvCxnSpPr>
              <a:cxnSpLocks/>
            </p:cNvCxnSpPr>
            <p:nvPr/>
          </p:nvCxnSpPr>
          <p:spPr>
            <a:xfrm>
              <a:off x="9048586" y="3808025"/>
              <a:ext cx="711086" cy="0"/>
            </a:xfrm>
            <a:prstGeom prst="line">
              <a:avLst/>
            </a:prstGeom>
            <a:ln w="25400">
              <a:solidFill>
                <a:srgbClr val="013E75"/>
              </a:solidFill>
              <a:head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9F091CBC-57DC-8A81-14C8-3389791BD0D2}"/>
                </a:ext>
              </a:extLst>
            </p:cNvPr>
            <p:cNvCxnSpPr>
              <a:cxnSpLocks/>
            </p:cNvCxnSpPr>
            <p:nvPr/>
          </p:nvCxnSpPr>
          <p:spPr>
            <a:xfrm>
              <a:off x="9015729" y="2894607"/>
              <a:ext cx="760659" cy="680579"/>
            </a:xfrm>
            <a:prstGeom prst="line">
              <a:avLst/>
            </a:prstGeom>
            <a:ln w="25400">
              <a:solidFill>
                <a:srgbClr val="013E75"/>
              </a:solidFill>
              <a:head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6836FB92-8BAD-6A2D-CCF4-6282BF29D4A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27531" y="2897402"/>
              <a:ext cx="748857" cy="674989"/>
            </a:xfrm>
            <a:prstGeom prst="line">
              <a:avLst/>
            </a:prstGeom>
            <a:ln w="25400">
              <a:solidFill>
                <a:srgbClr val="013E75"/>
              </a:solidFill>
              <a:head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19E27CBC-738D-75D6-DB67-47252944DA81}"/>
                </a:ext>
              </a:extLst>
            </p:cNvPr>
            <p:cNvCxnSpPr>
              <a:cxnSpLocks/>
            </p:cNvCxnSpPr>
            <p:nvPr/>
          </p:nvCxnSpPr>
          <p:spPr>
            <a:xfrm>
              <a:off x="10842880" y="2601132"/>
              <a:ext cx="739976" cy="639911"/>
            </a:xfrm>
            <a:prstGeom prst="line">
              <a:avLst/>
            </a:prstGeom>
            <a:ln w="25400">
              <a:solidFill>
                <a:srgbClr val="013E75"/>
              </a:solidFill>
              <a:head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14CF85D1-7DEE-EFD1-4D35-DFEC5C1CB8E3}"/>
                </a:ext>
              </a:extLst>
            </p:cNvPr>
            <p:cNvCxnSpPr>
              <a:cxnSpLocks/>
            </p:cNvCxnSpPr>
            <p:nvPr/>
          </p:nvCxnSpPr>
          <p:spPr>
            <a:xfrm>
              <a:off x="9009370" y="2894607"/>
              <a:ext cx="2585288" cy="336072"/>
            </a:xfrm>
            <a:prstGeom prst="line">
              <a:avLst/>
            </a:prstGeom>
            <a:ln w="25400">
              <a:solidFill>
                <a:srgbClr val="013E75"/>
              </a:solidFill>
              <a:head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32877543-D3E1-36D7-1619-2A51E8DD37C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27531" y="3242871"/>
              <a:ext cx="2567127" cy="321595"/>
            </a:xfrm>
            <a:prstGeom prst="line">
              <a:avLst/>
            </a:prstGeom>
            <a:ln w="25400">
              <a:solidFill>
                <a:srgbClr val="013E75"/>
              </a:solidFill>
              <a:head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4" name="TextBox 153">
            <a:extLst>
              <a:ext uri="{FF2B5EF4-FFF2-40B4-BE49-F238E27FC236}">
                <a16:creationId xmlns:a16="http://schemas.microsoft.com/office/drawing/2014/main" id="{B7F1135A-E03F-E5AE-98BA-71E6263A1304}"/>
              </a:ext>
            </a:extLst>
          </p:cNvPr>
          <p:cNvSpPr txBox="1"/>
          <p:nvPr/>
        </p:nvSpPr>
        <p:spPr>
          <a:xfrm>
            <a:off x="7464268" y="2615232"/>
            <a:ext cx="19143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424242"/>
                </a:solidFill>
              </a:rPr>
              <a:t>c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C83874C1-73C0-6285-367B-2522CD5AECEF}"/>
              </a:ext>
            </a:extLst>
          </p:cNvPr>
          <p:cNvSpPr txBox="1"/>
          <p:nvPr/>
        </p:nvSpPr>
        <p:spPr>
          <a:xfrm>
            <a:off x="7464268" y="197916"/>
            <a:ext cx="19143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424242"/>
                </a:solidFill>
              </a:rPr>
              <a:t>b</a:t>
            </a: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95FD7C27-0620-11AF-F014-12F67C32F1DE}"/>
              </a:ext>
            </a:extLst>
          </p:cNvPr>
          <p:cNvSpPr txBox="1"/>
          <p:nvPr/>
        </p:nvSpPr>
        <p:spPr>
          <a:xfrm>
            <a:off x="92991" y="-90333"/>
            <a:ext cx="19143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424242"/>
                </a:solidFill>
              </a:rPr>
              <a:t>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16C2543-C7C1-12C5-04CF-D363B9D617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07" y="0"/>
            <a:ext cx="68580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0098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27127</TotalTime>
  <Words>15</Words>
  <Application>Microsoft Macintosh PowerPoint</Application>
  <PresentationFormat>Custom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Tianyu Zhang</dc:creator>
  <cp:lastModifiedBy>Tianyu Zhang</cp:lastModifiedBy>
  <cp:revision>77</cp:revision>
  <dcterms:created xsi:type="dcterms:W3CDTF">2024-06-24T20:16:04Z</dcterms:created>
  <dcterms:modified xsi:type="dcterms:W3CDTF">2025-10-29T22:50:03Z</dcterms:modified>
</cp:coreProperties>
</file>