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61" r:id="rId2"/>
  </p:sldIdLst>
  <p:sldSz cx="12801600" cy="11887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3991"/>
    <a:srgbClr val="F5B70A"/>
    <a:srgbClr val="013E75"/>
    <a:srgbClr val="E9EAEC"/>
    <a:srgbClr val="7695B0"/>
    <a:srgbClr val="557A9D"/>
    <a:srgbClr val="BBC9D5"/>
    <a:srgbClr val="AEAEAE"/>
    <a:srgbClr val="424242"/>
    <a:srgbClr val="4574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/>
    <p:restoredTop sz="94626"/>
  </p:normalViewPr>
  <p:slideViewPr>
    <p:cSldViewPr snapToGrid="0">
      <p:cViewPr>
        <p:scale>
          <a:sx n="51" d="100"/>
          <a:sy n="51" d="100"/>
        </p:scale>
        <p:origin x="258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945429"/>
            <a:ext cx="10881360" cy="4138507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6243533"/>
            <a:ext cx="9601200" cy="286998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744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99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963549"/>
            <a:ext cx="11041380" cy="4944744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7955072"/>
            <a:ext cx="11041380" cy="2600324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481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3164417"/>
            <a:ext cx="5440680" cy="7542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3164417"/>
            <a:ext cx="5440680" cy="7542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12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632886"/>
            <a:ext cx="11041380" cy="22976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914016"/>
            <a:ext cx="5415676" cy="1428114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4342130"/>
            <a:ext cx="5415676" cy="63866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914016"/>
            <a:ext cx="5442347" cy="1428114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4342130"/>
            <a:ext cx="5442347" cy="63866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34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866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85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792480"/>
            <a:ext cx="4128849" cy="27736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711539"/>
            <a:ext cx="6480810" cy="8447617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3566160"/>
            <a:ext cx="4128849" cy="660675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983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792480"/>
            <a:ext cx="4128849" cy="27736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711539"/>
            <a:ext cx="6480810" cy="8447617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3566160"/>
            <a:ext cx="4128849" cy="660675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976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523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632883"/>
            <a:ext cx="2760345" cy="1007385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632883"/>
            <a:ext cx="8121015" cy="1007385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708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632886"/>
            <a:ext cx="11041380" cy="22976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3164417"/>
            <a:ext cx="11041380" cy="7542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11017676"/>
            <a:ext cx="2880360" cy="6328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25FAA8-77F2-5C42-A9DC-2A9BDE3DA24F}" type="datetimeFigureOut">
              <a:rPr lang="en-US" smtClean="0"/>
              <a:t>9/2/25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11017676"/>
            <a:ext cx="4320540" cy="6328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11017676"/>
            <a:ext cx="2880360" cy="6328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45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A72B2A1F-6078-EE41-AFE1-CD355BD0329B}"/>
              </a:ext>
            </a:extLst>
          </p:cNvPr>
          <p:cNvSpPr/>
          <p:nvPr/>
        </p:nvSpPr>
        <p:spPr>
          <a:xfrm>
            <a:off x="9438423" y="6814002"/>
            <a:ext cx="2095464" cy="2079516"/>
          </a:xfrm>
          <a:prstGeom prst="ellipse">
            <a:avLst/>
          </a:prstGeom>
          <a:solidFill>
            <a:srgbClr val="6D3991">
              <a:alpha val="3529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B0CA4A4-AD87-FC28-A145-5D955DE86D06}"/>
              </a:ext>
            </a:extLst>
          </p:cNvPr>
          <p:cNvGrpSpPr/>
          <p:nvPr/>
        </p:nvGrpSpPr>
        <p:grpSpPr>
          <a:xfrm>
            <a:off x="9225586" y="216916"/>
            <a:ext cx="3685697" cy="2219132"/>
            <a:chOff x="15487825" y="433831"/>
            <a:chExt cx="3685697" cy="2219132"/>
          </a:xfrm>
        </p:grpSpPr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9CDEAD2-462D-DF60-0B22-C3621F0FA5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36286" y="1527184"/>
              <a:ext cx="545591" cy="317665"/>
            </a:xfrm>
            <a:prstGeom prst="line">
              <a:avLst/>
            </a:prstGeom>
            <a:ln w="31750">
              <a:solidFill>
                <a:srgbClr val="E9EAE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87407D1-812D-67A0-C49E-1EEBD4992526}"/>
                </a:ext>
              </a:extLst>
            </p:cNvPr>
            <p:cNvCxnSpPr>
              <a:cxnSpLocks/>
            </p:cNvCxnSpPr>
            <p:nvPr/>
          </p:nvCxnSpPr>
          <p:spPr>
            <a:xfrm>
              <a:off x="17046373" y="1853221"/>
              <a:ext cx="1056852" cy="237688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8A3C53C5-97A8-C359-61A1-77CA214E946F}"/>
                </a:ext>
              </a:extLst>
            </p:cNvPr>
            <p:cNvCxnSpPr>
              <a:cxnSpLocks/>
              <a:endCxn id="67" idx="4"/>
            </p:cNvCxnSpPr>
            <p:nvPr/>
          </p:nvCxnSpPr>
          <p:spPr>
            <a:xfrm flipH="1">
              <a:off x="16944010" y="1845854"/>
              <a:ext cx="98133" cy="807109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A590D40-3900-E1E8-EC20-ACF6A053A3E6}"/>
                </a:ext>
              </a:extLst>
            </p:cNvPr>
            <p:cNvCxnSpPr>
              <a:cxnSpLocks/>
            </p:cNvCxnSpPr>
            <p:nvPr/>
          </p:nvCxnSpPr>
          <p:spPr>
            <a:xfrm>
              <a:off x="16443162" y="1503108"/>
              <a:ext cx="593124" cy="359490"/>
            </a:xfrm>
            <a:prstGeom prst="line">
              <a:avLst/>
            </a:prstGeom>
            <a:ln w="31750">
              <a:solidFill>
                <a:srgbClr val="557A9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6A792D6-DBAC-4330-4E34-00585FEC1217}"/>
                </a:ext>
              </a:extLst>
            </p:cNvPr>
            <p:cNvCxnSpPr>
              <a:cxnSpLocks/>
            </p:cNvCxnSpPr>
            <p:nvPr/>
          </p:nvCxnSpPr>
          <p:spPr>
            <a:xfrm>
              <a:off x="15586336" y="1278608"/>
              <a:ext cx="831390" cy="224500"/>
            </a:xfrm>
            <a:prstGeom prst="line">
              <a:avLst/>
            </a:prstGeom>
            <a:ln w="31750">
              <a:solidFill>
                <a:srgbClr val="E9EAE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B784908-BF0B-2055-FDBD-3E4209D38E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469754" y="1194667"/>
              <a:ext cx="637021" cy="308441"/>
            </a:xfrm>
            <a:prstGeom prst="line">
              <a:avLst/>
            </a:prstGeom>
            <a:ln w="31750">
              <a:solidFill>
                <a:srgbClr val="557A9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349AA9-9106-5FA2-F00B-ABD3EE9B05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36286" y="1194667"/>
              <a:ext cx="48515" cy="659559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E8C939A-477F-9147-AF59-3DC1AA93C0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079902" y="1197141"/>
              <a:ext cx="483795" cy="336901"/>
            </a:xfrm>
            <a:prstGeom prst="line">
              <a:avLst/>
            </a:prstGeom>
            <a:ln w="31750">
              <a:solidFill>
                <a:srgbClr val="013E7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852FC1D8-1452-147F-D145-2BB3B57040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607313" y="1234455"/>
              <a:ext cx="639340" cy="297080"/>
            </a:xfrm>
            <a:prstGeom prst="line">
              <a:avLst/>
            </a:prstGeom>
            <a:ln w="31750">
              <a:solidFill>
                <a:srgbClr val="013E7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CEBC23C-33EB-3280-E871-580BAA6DFE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117569" y="1205394"/>
              <a:ext cx="129084" cy="885515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154C5FC2-D620-31DD-0C7B-FAA86E156F4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27119" y="1173065"/>
              <a:ext cx="1131651" cy="54023"/>
            </a:xfrm>
            <a:prstGeom prst="line">
              <a:avLst/>
            </a:prstGeom>
            <a:ln w="31750">
              <a:solidFill>
                <a:srgbClr val="7695B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ED344802-47BD-218F-B5E7-E1B361F03572}"/>
                </a:ext>
              </a:extLst>
            </p:cNvPr>
            <p:cNvCxnSpPr>
              <a:cxnSpLocks/>
            </p:cNvCxnSpPr>
            <p:nvPr/>
          </p:nvCxnSpPr>
          <p:spPr>
            <a:xfrm>
              <a:off x="16841267" y="511248"/>
              <a:ext cx="256225" cy="659343"/>
            </a:xfrm>
            <a:prstGeom prst="line">
              <a:avLst/>
            </a:prstGeom>
            <a:ln w="31750">
              <a:solidFill>
                <a:srgbClr val="E9EAE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94F9BA8-D4C1-C79A-29EC-8BFE9B81E633}"/>
                </a:ext>
              </a:extLst>
            </p:cNvPr>
            <p:cNvSpPr/>
            <p:nvPr/>
          </p:nvSpPr>
          <p:spPr>
            <a:xfrm>
              <a:off x="16933135" y="1007654"/>
              <a:ext cx="352580" cy="357282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22577CE-DA17-CE2F-B47A-F3CDB3FF0746}"/>
                </a:ext>
              </a:extLst>
            </p:cNvPr>
            <p:cNvSpPr txBox="1"/>
            <p:nvPr/>
          </p:nvSpPr>
          <p:spPr>
            <a:xfrm>
              <a:off x="16857172" y="1055490"/>
              <a:ext cx="50652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RELA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3FD6045-86BC-5EB0-125C-E0BE49EC1E84}"/>
                </a:ext>
              </a:extLst>
            </p:cNvPr>
            <p:cNvSpPr/>
            <p:nvPr/>
          </p:nvSpPr>
          <p:spPr>
            <a:xfrm>
              <a:off x="16266501" y="1317100"/>
              <a:ext cx="320905" cy="325185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823A679-8B1A-E0F8-0F48-D31E84AF32CC}"/>
                </a:ext>
              </a:extLst>
            </p:cNvPr>
            <p:cNvSpPr txBox="1"/>
            <p:nvPr/>
          </p:nvSpPr>
          <p:spPr>
            <a:xfrm>
              <a:off x="15893756" y="1573063"/>
              <a:ext cx="8457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CSNK1A1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ED3D1555-EB38-3B60-C2FA-6948039E2426}"/>
                </a:ext>
              </a:extLst>
            </p:cNvPr>
            <p:cNvSpPr/>
            <p:nvPr/>
          </p:nvSpPr>
          <p:spPr>
            <a:xfrm>
              <a:off x="16874807" y="1675585"/>
              <a:ext cx="352580" cy="357282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9CAB1CE-096B-3A8C-502A-803FF7F7CC1E}"/>
                </a:ext>
              </a:extLst>
            </p:cNvPr>
            <p:cNvSpPr txBox="1"/>
            <p:nvPr/>
          </p:nvSpPr>
          <p:spPr>
            <a:xfrm>
              <a:off x="16818940" y="1723421"/>
              <a:ext cx="50652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AHR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148E2C37-0F66-77B7-A602-4A45FC9A898D}"/>
                </a:ext>
              </a:extLst>
            </p:cNvPr>
            <p:cNvSpPr/>
            <p:nvPr/>
          </p:nvSpPr>
          <p:spPr>
            <a:xfrm>
              <a:off x="16851733" y="2465949"/>
              <a:ext cx="184553" cy="187014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AA92495-BC17-40CD-7B29-8386CDB92194}"/>
                </a:ext>
              </a:extLst>
            </p:cNvPr>
            <p:cNvSpPr/>
            <p:nvPr/>
          </p:nvSpPr>
          <p:spPr>
            <a:xfrm>
              <a:off x="15487825" y="1173065"/>
              <a:ext cx="189346" cy="191871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D99C4224-7914-D790-EB92-F7E85B0A3119}"/>
                </a:ext>
              </a:extLst>
            </p:cNvPr>
            <p:cNvSpPr/>
            <p:nvPr/>
          </p:nvSpPr>
          <p:spPr>
            <a:xfrm>
              <a:off x="16756845" y="433831"/>
              <a:ext cx="186095" cy="188577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2E1E3742-F493-97F8-67A6-89C9D0DFED21}"/>
                </a:ext>
              </a:extLst>
            </p:cNvPr>
            <p:cNvSpPr/>
            <p:nvPr/>
          </p:nvSpPr>
          <p:spPr>
            <a:xfrm>
              <a:off x="17440483" y="1366139"/>
              <a:ext cx="304382" cy="308441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7A066A6-BB30-35DA-38A8-19B09DB1C0C2}"/>
                </a:ext>
              </a:extLst>
            </p:cNvPr>
            <p:cNvSpPr/>
            <p:nvPr/>
          </p:nvSpPr>
          <p:spPr>
            <a:xfrm>
              <a:off x="18106083" y="1055490"/>
              <a:ext cx="305374" cy="309446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532275F5-CA7C-E6A2-70F1-49EE016C0B6A}"/>
                </a:ext>
              </a:extLst>
            </p:cNvPr>
            <p:cNvSpPr/>
            <p:nvPr/>
          </p:nvSpPr>
          <p:spPr>
            <a:xfrm>
              <a:off x="17988486" y="1964501"/>
              <a:ext cx="258167" cy="261610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EBD55FA-01F4-364D-997E-EDA5D38AA1DC}"/>
                </a:ext>
              </a:extLst>
            </p:cNvPr>
            <p:cNvSpPr txBox="1"/>
            <p:nvPr/>
          </p:nvSpPr>
          <p:spPr>
            <a:xfrm>
              <a:off x="17437302" y="1603680"/>
              <a:ext cx="8457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ATXN7L3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87941CC-996A-0AAA-563C-098D0460EA6C}"/>
                </a:ext>
              </a:extLst>
            </p:cNvPr>
            <p:cNvSpPr txBox="1"/>
            <p:nvPr/>
          </p:nvSpPr>
          <p:spPr>
            <a:xfrm>
              <a:off x="18327774" y="924685"/>
              <a:ext cx="8457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XPR1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AA318B2-5849-72E4-35D2-500F89E82670}"/>
                </a:ext>
              </a:extLst>
            </p:cNvPr>
            <p:cNvSpPr txBox="1"/>
            <p:nvPr/>
          </p:nvSpPr>
          <p:spPr>
            <a:xfrm>
              <a:off x="18069970" y="2169055"/>
              <a:ext cx="8457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KIDINS220</a:t>
              </a:r>
            </a:p>
          </p:txBody>
        </p: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9B49EC7E-9F0B-A8DD-32B5-AA75E332C2E2}"/>
              </a:ext>
            </a:extLst>
          </p:cNvPr>
          <p:cNvSpPr txBox="1"/>
          <p:nvPr/>
        </p:nvSpPr>
        <p:spPr>
          <a:xfrm>
            <a:off x="8967713" y="287414"/>
            <a:ext cx="3406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Module 12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0B07BA44-EF8A-F0F9-E508-F3707A0D4FEA}"/>
              </a:ext>
            </a:extLst>
          </p:cNvPr>
          <p:cNvGrpSpPr/>
          <p:nvPr/>
        </p:nvGrpSpPr>
        <p:grpSpPr>
          <a:xfrm>
            <a:off x="8852684" y="3019294"/>
            <a:ext cx="3800792" cy="2483649"/>
            <a:chOff x="13865842" y="2846720"/>
            <a:chExt cx="4049770" cy="2567751"/>
          </a:xfrm>
        </p:grpSpPr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4303A97-61FE-1098-E1E4-E36D6683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937004" y="4411606"/>
              <a:ext cx="1142853" cy="873295"/>
            </a:xfrm>
            <a:prstGeom prst="line">
              <a:avLst/>
            </a:prstGeom>
            <a:ln w="31750">
              <a:solidFill>
                <a:srgbClr val="013E7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14C9DD8-8C2F-D8D5-94AC-3B6FAA1222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804314" y="4436289"/>
              <a:ext cx="2224080" cy="0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7238619F-D35D-B911-08BB-E3DBE37097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772424" y="4408217"/>
              <a:ext cx="1164580" cy="876684"/>
            </a:xfrm>
            <a:prstGeom prst="line">
              <a:avLst/>
            </a:prstGeom>
            <a:ln w="31750">
              <a:solidFill>
                <a:srgbClr val="557A9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D5180D32-9D4F-A435-368D-DC8457E8EA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951171" y="3139604"/>
              <a:ext cx="651193" cy="2145297"/>
            </a:xfrm>
            <a:prstGeom prst="line">
              <a:avLst/>
            </a:prstGeom>
            <a:ln w="31750">
              <a:solidFill>
                <a:srgbClr val="013E7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587CDA7B-6DC1-403A-4AF2-CE79E6A460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832907" y="3161720"/>
              <a:ext cx="1787507" cy="1249886"/>
            </a:xfrm>
            <a:prstGeom prst="line">
              <a:avLst/>
            </a:prstGeom>
            <a:ln w="31750">
              <a:solidFill>
                <a:srgbClr val="557A9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DA80FB2A-6642-DB28-92FB-D088EFD1FEC0}"/>
                </a:ext>
              </a:extLst>
            </p:cNvPr>
            <p:cNvCxnSpPr>
              <a:cxnSpLocks/>
            </p:cNvCxnSpPr>
            <p:nvPr/>
          </p:nvCxnSpPr>
          <p:spPr>
            <a:xfrm>
              <a:off x="16657761" y="3170861"/>
              <a:ext cx="425213" cy="1306843"/>
            </a:xfrm>
            <a:prstGeom prst="line">
              <a:avLst/>
            </a:prstGeom>
            <a:ln w="31750">
              <a:solidFill>
                <a:srgbClr val="013E7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99E6403-EB60-F932-6B40-B0054B44B6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260893" y="3144705"/>
              <a:ext cx="1359521" cy="0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CEE0295-C51D-306C-9215-01586EE89CE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246424" y="3139604"/>
              <a:ext cx="1793233" cy="1327850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8E58A07-6B72-CFE4-0B66-059EA30616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83016" y="3121449"/>
              <a:ext cx="482060" cy="1283483"/>
            </a:xfrm>
            <a:prstGeom prst="line">
              <a:avLst/>
            </a:prstGeom>
            <a:ln w="31750">
              <a:solidFill>
                <a:srgbClr val="7695B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D3007028-717A-D56A-9038-CD6771166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42567" y="4421946"/>
              <a:ext cx="848903" cy="341990"/>
            </a:xfrm>
            <a:prstGeom prst="line">
              <a:avLst/>
            </a:prstGeom>
            <a:ln w="31750">
              <a:solidFill>
                <a:srgbClr val="E9EAE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5888C697-FE7A-A132-9914-E074AF27FE3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253658" y="3120491"/>
              <a:ext cx="683346" cy="2132010"/>
            </a:xfrm>
            <a:prstGeom prst="line">
              <a:avLst/>
            </a:prstGeom>
            <a:ln w="31750">
              <a:solidFill>
                <a:srgbClr val="BBC9D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0562859D-661A-B0EB-A023-F0F1709916AD}"/>
                </a:ext>
              </a:extLst>
            </p:cNvPr>
            <p:cNvSpPr/>
            <p:nvPr/>
          </p:nvSpPr>
          <p:spPr>
            <a:xfrm>
              <a:off x="15032370" y="2952798"/>
              <a:ext cx="352580" cy="357282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744F6D9B-425E-56F1-9467-28C018A22E05}"/>
                </a:ext>
              </a:extLst>
            </p:cNvPr>
            <p:cNvSpPr txBox="1"/>
            <p:nvPr/>
          </p:nvSpPr>
          <p:spPr>
            <a:xfrm>
              <a:off x="14543445" y="2846720"/>
              <a:ext cx="635610" cy="270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STAT1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66376D9-7017-622F-400B-375BF25FFFA1}"/>
                </a:ext>
              </a:extLst>
            </p:cNvPr>
            <p:cNvSpPr/>
            <p:nvPr/>
          </p:nvSpPr>
          <p:spPr>
            <a:xfrm>
              <a:off x="16449891" y="2977525"/>
              <a:ext cx="352580" cy="357282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F4E7C3D1-E4F2-7221-17E4-574103636F37}"/>
                </a:ext>
              </a:extLst>
            </p:cNvPr>
            <p:cNvSpPr/>
            <p:nvPr/>
          </p:nvSpPr>
          <p:spPr>
            <a:xfrm>
              <a:off x="16894947" y="4257648"/>
              <a:ext cx="352580" cy="357282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BAB5F6C8-AF52-CCC2-98FE-A2289A5E706C}"/>
                </a:ext>
              </a:extLst>
            </p:cNvPr>
            <p:cNvSpPr/>
            <p:nvPr/>
          </p:nvSpPr>
          <p:spPr>
            <a:xfrm>
              <a:off x="15760714" y="5057189"/>
              <a:ext cx="352580" cy="357282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F8D2394B-BB4A-BEFB-342E-CD1EE0A324FD}"/>
                </a:ext>
              </a:extLst>
            </p:cNvPr>
            <p:cNvSpPr/>
            <p:nvPr/>
          </p:nvSpPr>
          <p:spPr>
            <a:xfrm>
              <a:off x="14620766" y="4226291"/>
              <a:ext cx="352580" cy="357282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1E8C3884-782A-6647-E26E-23B1A2C7ADB5}"/>
                </a:ext>
              </a:extLst>
            </p:cNvPr>
            <p:cNvSpPr/>
            <p:nvPr/>
          </p:nvSpPr>
          <p:spPr>
            <a:xfrm>
              <a:off x="13865842" y="4664774"/>
              <a:ext cx="210961" cy="213774"/>
            </a:xfrm>
            <a:prstGeom prst="ellipse">
              <a:avLst/>
            </a:prstGeom>
            <a:solidFill>
              <a:srgbClr val="F5B70A"/>
            </a:solidFill>
            <a:ln>
              <a:solidFill>
                <a:srgbClr val="013E7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EC8EB486-3AAA-3A80-2EFD-23AB230D3E7B}"/>
                </a:ext>
              </a:extLst>
            </p:cNvPr>
            <p:cNvSpPr txBox="1"/>
            <p:nvPr/>
          </p:nvSpPr>
          <p:spPr>
            <a:xfrm>
              <a:off x="16690708" y="2852789"/>
              <a:ext cx="635610" cy="270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STAT2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8183DD5B-397A-64F1-4694-EC0C123D0436}"/>
                </a:ext>
              </a:extLst>
            </p:cNvPr>
            <p:cNvSpPr txBox="1"/>
            <p:nvPr/>
          </p:nvSpPr>
          <p:spPr>
            <a:xfrm>
              <a:off x="17160184" y="4207237"/>
              <a:ext cx="755428" cy="270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IFNAR1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7D2196-49A5-CB7A-220B-7B6C5998984C}"/>
                </a:ext>
              </a:extLst>
            </p:cNvPr>
            <p:cNvSpPr txBox="1"/>
            <p:nvPr/>
          </p:nvSpPr>
          <p:spPr>
            <a:xfrm>
              <a:off x="15684742" y="5105025"/>
              <a:ext cx="635610" cy="270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TYK2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70767FD-0A83-0AA2-1C32-5B2529D08A3C}"/>
                </a:ext>
              </a:extLst>
            </p:cNvPr>
            <p:cNvSpPr txBox="1"/>
            <p:nvPr/>
          </p:nvSpPr>
          <p:spPr>
            <a:xfrm>
              <a:off x="14072501" y="4113524"/>
              <a:ext cx="709828" cy="270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MAPK1</a:t>
              </a:r>
            </a:p>
          </p:txBody>
        </p: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BEB358AE-11DB-43E6-F724-4CEE6913FFED}"/>
              </a:ext>
            </a:extLst>
          </p:cNvPr>
          <p:cNvSpPr txBox="1"/>
          <p:nvPr/>
        </p:nvSpPr>
        <p:spPr>
          <a:xfrm>
            <a:off x="8986501" y="2590033"/>
            <a:ext cx="10177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Module 31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3C3EE32-9B34-1734-DFB2-E2679615FE06}"/>
              </a:ext>
            </a:extLst>
          </p:cNvPr>
          <p:cNvSpPr txBox="1"/>
          <p:nvPr/>
        </p:nvSpPr>
        <p:spPr>
          <a:xfrm>
            <a:off x="76192" y="5712767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b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BF26833-9072-E3A9-F8E6-0CE33F4C221A}"/>
              </a:ext>
            </a:extLst>
          </p:cNvPr>
          <p:cNvSpPr txBox="1"/>
          <p:nvPr/>
        </p:nvSpPr>
        <p:spPr>
          <a:xfrm>
            <a:off x="8318834" y="2545439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d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F7C04D6-DEB5-35E3-2651-3EF9C0E5E477}"/>
              </a:ext>
            </a:extLst>
          </p:cNvPr>
          <p:cNvSpPr txBox="1"/>
          <p:nvPr/>
        </p:nvSpPr>
        <p:spPr>
          <a:xfrm>
            <a:off x="62167" y="82948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2A8227-0282-9533-A1D0-E298383E3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17" y="114300"/>
            <a:ext cx="7772400" cy="5829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FCF177-1A4B-0DD7-8EBE-E554AF9F4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17" y="5943600"/>
            <a:ext cx="7772400" cy="58293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C0765F06-E311-9F46-9BE6-E982D90EF03E}"/>
              </a:ext>
            </a:extLst>
          </p:cNvPr>
          <p:cNvSpPr/>
          <p:nvPr/>
        </p:nvSpPr>
        <p:spPr>
          <a:xfrm>
            <a:off x="9058642" y="6263121"/>
            <a:ext cx="2095464" cy="2079516"/>
          </a:xfrm>
          <a:prstGeom prst="ellipse">
            <a:avLst/>
          </a:prstGeom>
          <a:solidFill>
            <a:srgbClr val="013E75">
              <a:alpha val="3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25CF772-B79B-AC3D-B9FF-06DF708EBDEB}"/>
              </a:ext>
            </a:extLst>
          </p:cNvPr>
          <p:cNvSpPr/>
          <p:nvPr/>
        </p:nvSpPr>
        <p:spPr>
          <a:xfrm>
            <a:off x="9712826" y="6007974"/>
            <a:ext cx="2095464" cy="2079516"/>
          </a:xfrm>
          <a:prstGeom prst="ellipse">
            <a:avLst/>
          </a:prstGeom>
          <a:solidFill>
            <a:srgbClr val="F5B70A">
              <a:alpha val="3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890CAC-6E4A-A952-410E-03A04359E6DD}"/>
              </a:ext>
            </a:extLst>
          </p:cNvPr>
          <p:cNvSpPr txBox="1"/>
          <p:nvPr/>
        </p:nvSpPr>
        <p:spPr>
          <a:xfrm>
            <a:off x="8848694" y="6636746"/>
            <a:ext cx="127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13E75"/>
                </a:solidFill>
              </a:rPr>
              <a:t>HSP90B1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8FB469-E6E2-FD2C-42E4-EDD51EA5864F}"/>
              </a:ext>
            </a:extLst>
          </p:cNvPr>
          <p:cNvSpPr txBox="1"/>
          <p:nvPr/>
        </p:nvSpPr>
        <p:spPr>
          <a:xfrm>
            <a:off x="10970670" y="6246970"/>
            <a:ext cx="127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5B70A"/>
                </a:solidFill>
              </a:rPr>
              <a:t>TRAF6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34C820-D7D9-18DE-1400-DDAB0C164BD8}"/>
              </a:ext>
            </a:extLst>
          </p:cNvPr>
          <p:cNvSpPr txBox="1"/>
          <p:nvPr/>
        </p:nvSpPr>
        <p:spPr>
          <a:xfrm>
            <a:off x="10756145" y="8344794"/>
            <a:ext cx="127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6D3991"/>
                </a:solidFill>
              </a:rPr>
              <a:t>TRIB1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E82E89-F540-274F-2118-76FBAF9CB2B0}"/>
              </a:ext>
            </a:extLst>
          </p:cNvPr>
          <p:cNvSpPr txBox="1"/>
          <p:nvPr/>
        </p:nvSpPr>
        <p:spPr>
          <a:xfrm>
            <a:off x="10231464" y="7238773"/>
            <a:ext cx="5208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6 14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3DAE24-4C99-6912-FD08-A739F27B0A2D}"/>
              </a:ext>
            </a:extLst>
          </p:cNvPr>
          <p:cNvSpPr txBox="1"/>
          <p:nvPr/>
        </p:nvSpPr>
        <p:spPr>
          <a:xfrm>
            <a:off x="9549767" y="7853760"/>
            <a:ext cx="7879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11 20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945C1C-66B3-2B91-8A99-74EDE38128FA}"/>
              </a:ext>
            </a:extLst>
          </p:cNvPr>
          <p:cNvSpPr txBox="1"/>
          <p:nvPr/>
        </p:nvSpPr>
        <p:spPr>
          <a:xfrm>
            <a:off x="9867891" y="6483969"/>
            <a:ext cx="787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5 13 17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3351B83-584D-AE08-ED78-A52B5E864632}"/>
              </a:ext>
            </a:extLst>
          </p:cNvPr>
          <p:cNvSpPr/>
          <p:nvPr/>
        </p:nvSpPr>
        <p:spPr>
          <a:xfrm>
            <a:off x="9017558" y="9297167"/>
            <a:ext cx="2095464" cy="2079516"/>
          </a:xfrm>
          <a:prstGeom prst="ellipse">
            <a:avLst/>
          </a:prstGeom>
          <a:solidFill>
            <a:srgbClr val="013E75">
              <a:alpha val="3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B92AF3D-33B8-3759-8278-5E067DD24919}"/>
              </a:ext>
            </a:extLst>
          </p:cNvPr>
          <p:cNvSpPr/>
          <p:nvPr/>
        </p:nvSpPr>
        <p:spPr>
          <a:xfrm>
            <a:off x="9760294" y="9305217"/>
            <a:ext cx="2095464" cy="2079516"/>
          </a:xfrm>
          <a:prstGeom prst="ellipse">
            <a:avLst/>
          </a:prstGeom>
          <a:solidFill>
            <a:srgbClr val="F5B70A">
              <a:alpha val="3607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3E0200-FC69-4A95-8197-AEB93551F0F0}"/>
              </a:ext>
            </a:extLst>
          </p:cNvPr>
          <p:cNvSpPr txBox="1"/>
          <p:nvPr/>
        </p:nvSpPr>
        <p:spPr>
          <a:xfrm>
            <a:off x="9078737" y="10156887"/>
            <a:ext cx="127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13E75"/>
                </a:solidFill>
              </a:rPr>
              <a:t>IRAK4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F04272-79BE-BDB7-3CB8-F9F749C361CA}"/>
              </a:ext>
            </a:extLst>
          </p:cNvPr>
          <p:cNvSpPr txBox="1"/>
          <p:nvPr/>
        </p:nvSpPr>
        <p:spPr>
          <a:xfrm>
            <a:off x="11139094" y="10139614"/>
            <a:ext cx="127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5B70A"/>
                </a:solidFill>
              </a:rPr>
              <a:t>MYD88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21B9F8-1E17-BD65-4139-F8A9E257869A}"/>
              </a:ext>
            </a:extLst>
          </p:cNvPr>
          <p:cNvSpPr txBox="1"/>
          <p:nvPr/>
        </p:nvSpPr>
        <p:spPr>
          <a:xfrm>
            <a:off x="10185700" y="10132357"/>
            <a:ext cx="6782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3 13 14 18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E52158-42FB-9C6B-5AB6-A85EA161C71E}"/>
              </a:ext>
            </a:extLst>
          </p:cNvPr>
          <p:cNvSpPr txBox="1"/>
          <p:nvPr/>
        </p:nvSpPr>
        <p:spPr>
          <a:xfrm>
            <a:off x="8324599" y="113104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FA223C-3E83-112F-B6C7-D784198C3F1C}"/>
              </a:ext>
            </a:extLst>
          </p:cNvPr>
          <p:cNvSpPr txBox="1"/>
          <p:nvPr/>
        </p:nvSpPr>
        <p:spPr>
          <a:xfrm>
            <a:off x="8318834" y="5897718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C73500-462F-A894-94B6-9D7437E4698E}"/>
              </a:ext>
            </a:extLst>
          </p:cNvPr>
          <p:cNvSpPr txBox="1"/>
          <p:nvPr/>
        </p:nvSpPr>
        <p:spPr>
          <a:xfrm>
            <a:off x="8318834" y="8922780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796009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17171</TotalTime>
  <Words>37</Words>
  <Application>Microsoft Macintosh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Tianyu Zhang</dc:creator>
  <cp:lastModifiedBy>Tianyu Zhang</cp:lastModifiedBy>
  <cp:revision>58</cp:revision>
  <dcterms:created xsi:type="dcterms:W3CDTF">2024-06-24T20:16:04Z</dcterms:created>
  <dcterms:modified xsi:type="dcterms:W3CDTF">2025-09-02T22:18:47Z</dcterms:modified>
</cp:coreProperties>
</file>