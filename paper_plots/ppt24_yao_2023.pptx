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61" r:id="rId2"/>
  </p:sldIdLst>
  <p:sldSz cx="128016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3991"/>
    <a:srgbClr val="F5B70A"/>
    <a:srgbClr val="013E75"/>
    <a:srgbClr val="E9EAEC"/>
    <a:srgbClr val="7695B0"/>
    <a:srgbClr val="557A9D"/>
    <a:srgbClr val="BBC9D5"/>
    <a:srgbClr val="AEAEAE"/>
    <a:srgbClr val="424242"/>
    <a:srgbClr val="457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26"/>
  </p:normalViewPr>
  <p:slideViewPr>
    <p:cSldViewPr snapToGrid="0">
      <p:cViewPr>
        <p:scale>
          <a:sx n="92" d="100"/>
          <a:sy n="92" d="100"/>
        </p:scale>
        <p:origin x="904" y="-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945429"/>
            <a:ext cx="10881360" cy="4138507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6243533"/>
            <a:ext cx="9601200" cy="286998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4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963549"/>
            <a:ext cx="11041380" cy="4944744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7955072"/>
            <a:ext cx="11041380" cy="2600324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8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3164417"/>
            <a:ext cx="544068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3164417"/>
            <a:ext cx="544068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2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632886"/>
            <a:ext cx="1104138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914016"/>
            <a:ext cx="5415676" cy="142811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4342130"/>
            <a:ext cx="5415676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914016"/>
            <a:ext cx="5442347" cy="142811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4342130"/>
            <a:ext cx="544234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6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8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792480"/>
            <a:ext cx="4128849" cy="27736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711539"/>
            <a:ext cx="6480810" cy="8447617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566160"/>
            <a:ext cx="4128849" cy="660675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8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792480"/>
            <a:ext cx="4128849" cy="27736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711539"/>
            <a:ext cx="6480810" cy="8447617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566160"/>
            <a:ext cx="4128849" cy="660675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7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2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632883"/>
            <a:ext cx="2760345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632883"/>
            <a:ext cx="8121015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0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632886"/>
            <a:ext cx="1104138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3164417"/>
            <a:ext cx="1104138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1017676"/>
            <a:ext cx="28803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1017676"/>
            <a:ext cx="432054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1017676"/>
            <a:ext cx="28803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A72B2A1F-6078-EE41-AFE1-CD355BD0329B}"/>
              </a:ext>
            </a:extLst>
          </p:cNvPr>
          <p:cNvSpPr/>
          <p:nvPr/>
        </p:nvSpPr>
        <p:spPr>
          <a:xfrm>
            <a:off x="9622521" y="6674633"/>
            <a:ext cx="2095464" cy="2079516"/>
          </a:xfrm>
          <a:prstGeom prst="ellipse">
            <a:avLst/>
          </a:prstGeom>
          <a:solidFill>
            <a:srgbClr val="6D3991">
              <a:alpha val="3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B0CA4A4-AD87-FC28-A145-5D955DE86D06}"/>
              </a:ext>
            </a:extLst>
          </p:cNvPr>
          <p:cNvGrpSpPr/>
          <p:nvPr/>
        </p:nvGrpSpPr>
        <p:grpSpPr>
          <a:xfrm>
            <a:off x="9225586" y="216916"/>
            <a:ext cx="3685697" cy="2219132"/>
            <a:chOff x="15487825" y="433831"/>
            <a:chExt cx="3685697" cy="221913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CDEAD2-462D-DF60-0B22-C3621F0FA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527184"/>
              <a:ext cx="545591" cy="317665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87407D1-812D-67A0-C49E-1EEBD4992526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73" y="1853221"/>
              <a:ext cx="1056852" cy="237688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3C53C5-97A8-C359-61A1-77CA214E946F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H="1">
              <a:off x="16944010" y="1845854"/>
              <a:ext cx="98133" cy="80710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590D40-3900-E1E8-EC20-ACF6A053A3E6}"/>
                </a:ext>
              </a:extLst>
            </p:cNvPr>
            <p:cNvCxnSpPr>
              <a:cxnSpLocks/>
            </p:cNvCxnSpPr>
            <p:nvPr/>
          </p:nvCxnSpPr>
          <p:spPr>
            <a:xfrm>
              <a:off x="16443162" y="1503108"/>
              <a:ext cx="593124" cy="359490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6A792D6-DBAC-4330-4E34-00585FEC12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86336" y="1278608"/>
              <a:ext cx="831390" cy="22450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B784908-BF0B-2055-FDBD-3E4209D38E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9754" y="1194667"/>
              <a:ext cx="637021" cy="308441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349AA9-9106-5FA2-F00B-ABD3EE9B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194667"/>
              <a:ext cx="48515" cy="65955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E8C939A-477F-9147-AF59-3DC1AA93C0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79902" y="1197141"/>
              <a:ext cx="483795" cy="336901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52FC1D8-1452-147F-D145-2BB3B5704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07313" y="1234455"/>
              <a:ext cx="639340" cy="297080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EBC23C-33EB-3280-E871-580BAA6DF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7569" y="1205394"/>
              <a:ext cx="129084" cy="885515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27119" y="1173065"/>
              <a:ext cx="1131651" cy="5402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D344802-47BD-218F-B5E7-E1B361F03572}"/>
                </a:ext>
              </a:extLst>
            </p:cNvPr>
            <p:cNvCxnSpPr>
              <a:cxnSpLocks/>
            </p:cNvCxnSpPr>
            <p:nvPr/>
          </p:nvCxnSpPr>
          <p:spPr>
            <a:xfrm>
              <a:off x="16841267" y="511248"/>
              <a:ext cx="256225" cy="659343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4F9BA8-D4C1-C79A-29EC-8BFE9B81E633}"/>
                </a:ext>
              </a:extLst>
            </p:cNvPr>
            <p:cNvSpPr/>
            <p:nvPr/>
          </p:nvSpPr>
          <p:spPr>
            <a:xfrm>
              <a:off x="16933135" y="1007654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2577CE-DA17-CE2F-B47A-F3CDB3FF0746}"/>
                </a:ext>
              </a:extLst>
            </p:cNvPr>
            <p:cNvSpPr txBox="1"/>
            <p:nvPr/>
          </p:nvSpPr>
          <p:spPr>
            <a:xfrm>
              <a:off x="16857172" y="1055490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3FD6045-86BC-5EB0-125C-E0BE49EC1E84}"/>
                </a:ext>
              </a:extLst>
            </p:cNvPr>
            <p:cNvSpPr/>
            <p:nvPr/>
          </p:nvSpPr>
          <p:spPr>
            <a:xfrm>
              <a:off x="16266501" y="1317100"/>
              <a:ext cx="320905" cy="325185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23A679-8B1A-E0F8-0F48-D31E84AF32CC}"/>
                </a:ext>
              </a:extLst>
            </p:cNvPr>
            <p:cNvSpPr txBox="1"/>
            <p:nvPr/>
          </p:nvSpPr>
          <p:spPr>
            <a:xfrm>
              <a:off x="15893756" y="1573063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CSNK1A1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3D1555-EB38-3B60-C2FA-6948039E2426}"/>
                </a:ext>
              </a:extLst>
            </p:cNvPr>
            <p:cNvSpPr/>
            <p:nvPr/>
          </p:nvSpPr>
          <p:spPr>
            <a:xfrm>
              <a:off x="16874807" y="167558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CAB1CE-096B-3A8C-502A-803FF7F7CC1E}"/>
                </a:ext>
              </a:extLst>
            </p:cNvPr>
            <p:cNvSpPr txBox="1"/>
            <p:nvPr/>
          </p:nvSpPr>
          <p:spPr>
            <a:xfrm>
              <a:off x="16818940" y="1723421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AHR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48E2C37-0F66-77B7-A602-4A45FC9A898D}"/>
                </a:ext>
              </a:extLst>
            </p:cNvPr>
            <p:cNvSpPr/>
            <p:nvPr/>
          </p:nvSpPr>
          <p:spPr>
            <a:xfrm>
              <a:off x="16851733" y="2465949"/>
              <a:ext cx="184553" cy="18701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A92495-BC17-40CD-7B29-8386CDB92194}"/>
                </a:ext>
              </a:extLst>
            </p:cNvPr>
            <p:cNvSpPr/>
            <p:nvPr/>
          </p:nvSpPr>
          <p:spPr>
            <a:xfrm>
              <a:off x="15487825" y="1173065"/>
              <a:ext cx="189346" cy="19187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99C4224-7914-D790-EB92-F7E85B0A3119}"/>
                </a:ext>
              </a:extLst>
            </p:cNvPr>
            <p:cNvSpPr/>
            <p:nvPr/>
          </p:nvSpPr>
          <p:spPr>
            <a:xfrm>
              <a:off x="16756845" y="433831"/>
              <a:ext cx="186095" cy="188577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E1E3742-F493-97F8-67A6-89C9D0DFED21}"/>
                </a:ext>
              </a:extLst>
            </p:cNvPr>
            <p:cNvSpPr/>
            <p:nvPr/>
          </p:nvSpPr>
          <p:spPr>
            <a:xfrm>
              <a:off x="17440483" y="1366139"/>
              <a:ext cx="304382" cy="30844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A066A6-BB30-35DA-38A8-19B09DB1C0C2}"/>
                </a:ext>
              </a:extLst>
            </p:cNvPr>
            <p:cNvSpPr/>
            <p:nvPr/>
          </p:nvSpPr>
          <p:spPr>
            <a:xfrm>
              <a:off x="18106083" y="1055490"/>
              <a:ext cx="305374" cy="309446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2275F5-CA7C-E6A2-70F1-49EE016C0B6A}"/>
                </a:ext>
              </a:extLst>
            </p:cNvPr>
            <p:cNvSpPr/>
            <p:nvPr/>
          </p:nvSpPr>
          <p:spPr>
            <a:xfrm>
              <a:off x="17988486" y="1964501"/>
              <a:ext cx="258167" cy="261610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EBD55FA-01F4-364D-997E-EDA5D38AA1DC}"/>
                </a:ext>
              </a:extLst>
            </p:cNvPr>
            <p:cNvSpPr txBox="1"/>
            <p:nvPr/>
          </p:nvSpPr>
          <p:spPr>
            <a:xfrm>
              <a:off x="17437302" y="1603680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ATXN7L3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7941CC-996A-0AAA-563C-098D0460EA6C}"/>
                </a:ext>
              </a:extLst>
            </p:cNvPr>
            <p:cNvSpPr txBox="1"/>
            <p:nvPr/>
          </p:nvSpPr>
          <p:spPr>
            <a:xfrm>
              <a:off x="18327774" y="92468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XPR1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A318B2-5849-72E4-35D2-500F89E82670}"/>
                </a:ext>
              </a:extLst>
            </p:cNvPr>
            <p:cNvSpPr txBox="1"/>
            <p:nvPr/>
          </p:nvSpPr>
          <p:spPr>
            <a:xfrm>
              <a:off x="18069970" y="216905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KIDINS220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B49EC7E-9F0B-A8DD-32B5-AA75E332C2E2}"/>
              </a:ext>
            </a:extLst>
          </p:cNvPr>
          <p:cNvSpPr txBox="1"/>
          <p:nvPr/>
        </p:nvSpPr>
        <p:spPr>
          <a:xfrm>
            <a:off x="8967713" y="287414"/>
            <a:ext cx="340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12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B07BA44-EF8A-F0F9-E508-F3707A0D4FEA}"/>
              </a:ext>
            </a:extLst>
          </p:cNvPr>
          <p:cNvGrpSpPr/>
          <p:nvPr/>
        </p:nvGrpSpPr>
        <p:grpSpPr>
          <a:xfrm>
            <a:off x="8852684" y="3019294"/>
            <a:ext cx="3800792" cy="2483649"/>
            <a:chOff x="13865842" y="2846720"/>
            <a:chExt cx="4049770" cy="2567751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303A97-61FE-1098-E1E4-E36D6683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37004" y="4411606"/>
              <a:ext cx="1142853" cy="873295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14C9DD8-8C2F-D8D5-94AC-3B6FAA122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4314" y="4436289"/>
              <a:ext cx="2224080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238619F-D35D-B911-08BB-E3DBE3709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72424" y="4408217"/>
              <a:ext cx="1164580" cy="876684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5180D32-9D4F-A435-368D-DC8457E8E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51171" y="3139604"/>
              <a:ext cx="651193" cy="2145297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87CDA7B-6DC1-403A-4AF2-CE79E6A46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2907" y="3161720"/>
              <a:ext cx="1787507" cy="1249886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A80FB2A-6642-DB28-92FB-D088EFD1FEC0}"/>
                </a:ext>
              </a:extLst>
            </p:cNvPr>
            <p:cNvCxnSpPr>
              <a:cxnSpLocks/>
            </p:cNvCxnSpPr>
            <p:nvPr/>
          </p:nvCxnSpPr>
          <p:spPr>
            <a:xfrm>
              <a:off x="16657761" y="3170861"/>
              <a:ext cx="425213" cy="1306843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9E6403-EB60-F932-6B40-B0054B44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60893" y="3144705"/>
              <a:ext cx="1359521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CEE0295-C51D-306C-9215-01586EE89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46424" y="3139604"/>
              <a:ext cx="1793233" cy="132785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8E58A07-6B72-CFE4-0B66-059EA3061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3016" y="3121449"/>
              <a:ext cx="482060" cy="128348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007028-717A-D56A-9038-CD6771166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42567" y="4421946"/>
              <a:ext cx="848903" cy="34199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888C697-FE7A-A132-9914-E074AF27FE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53658" y="3120491"/>
              <a:ext cx="683346" cy="213201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62859D-661A-B0EB-A023-F0F1709916AD}"/>
                </a:ext>
              </a:extLst>
            </p:cNvPr>
            <p:cNvSpPr/>
            <p:nvPr/>
          </p:nvSpPr>
          <p:spPr>
            <a:xfrm>
              <a:off x="15032370" y="295279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44F6D9B-425E-56F1-9467-28C018A22E05}"/>
                </a:ext>
              </a:extLst>
            </p:cNvPr>
            <p:cNvSpPr txBox="1"/>
            <p:nvPr/>
          </p:nvSpPr>
          <p:spPr>
            <a:xfrm>
              <a:off x="14543445" y="2846720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STAT1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66376D9-7017-622F-400B-375BF25FFFA1}"/>
                </a:ext>
              </a:extLst>
            </p:cNvPr>
            <p:cNvSpPr/>
            <p:nvPr/>
          </p:nvSpPr>
          <p:spPr>
            <a:xfrm>
              <a:off x="16449891" y="297752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E7C3D1-E4F2-7221-17E4-574103636F37}"/>
                </a:ext>
              </a:extLst>
            </p:cNvPr>
            <p:cNvSpPr/>
            <p:nvPr/>
          </p:nvSpPr>
          <p:spPr>
            <a:xfrm>
              <a:off x="16894947" y="425764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AB5F6C8-AF52-CCC2-98FE-A2289A5E706C}"/>
                </a:ext>
              </a:extLst>
            </p:cNvPr>
            <p:cNvSpPr/>
            <p:nvPr/>
          </p:nvSpPr>
          <p:spPr>
            <a:xfrm>
              <a:off x="15760714" y="5057189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8D2394B-BB4A-BEFB-342E-CD1EE0A324FD}"/>
                </a:ext>
              </a:extLst>
            </p:cNvPr>
            <p:cNvSpPr/>
            <p:nvPr/>
          </p:nvSpPr>
          <p:spPr>
            <a:xfrm>
              <a:off x="14620766" y="4226291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E8C3884-782A-6647-E26E-23B1A2C7ADB5}"/>
                </a:ext>
              </a:extLst>
            </p:cNvPr>
            <p:cNvSpPr/>
            <p:nvPr/>
          </p:nvSpPr>
          <p:spPr>
            <a:xfrm>
              <a:off x="13865842" y="4664774"/>
              <a:ext cx="210961" cy="21377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C8EB486-3AAA-3A80-2EFD-23AB230D3E7B}"/>
                </a:ext>
              </a:extLst>
            </p:cNvPr>
            <p:cNvSpPr txBox="1"/>
            <p:nvPr/>
          </p:nvSpPr>
          <p:spPr>
            <a:xfrm>
              <a:off x="16690708" y="2852789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183DD5B-397A-64F1-4694-EC0C123D0436}"/>
                </a:ext>
              </a:extLst>
            </p:cNvPr>
            <p:cNvSpPr txBox="1"/>
            <p:nvPr/>
          </p:nvSpPr>
          <p:spPr>
            <a:xfrm>
              <a:off x="17160184" y="4207237"/>
              <a:ext cx="7554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IFNAR1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7D2196-49A5-CB7A-220B-7B6C5998984C}"/>
                </a:ext>
              </a:extLst>
            </p:cNvPr>
            <p:cNvSpPr txBox="1"/>
            <p:nvPr/>
          </p:nvSpPr>
          <p:spPr>
            <a:xfrm>
              <a:off x="15684742" y="5105025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TYK2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70767FD-0A83-0AA2-1C32-5B2529D08A3C}"/>
                </a:ext>
              </a:extLst>
            </p:cNvPr>
            <p:cNvSpPr txBox="1"/>
            <p:nvPr/>
          </p:nvSpPr>
          <p:spPr>
            <a:xfrm>
              <a:off x="14072501" y="4113524"/>
              <a:ext cx="7098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MAPK1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EB358AE-11DB-43E6-F724-4CEE6913FFED}"/>
              </a:ext>
            </a:extLst>
          </p:cNvPr>
          <p:cNvSpPr txBox="1"/>
          <p:nvPr/>
        </p:nvSpPr>
        <p:spPr>
          <a:xfrm>
            <a:off x="8986501" y="2590033"/>
            <a:ext cx="1017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31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C3EE32-9B34-1734-DFB2-E2679615FE06}"/>
              </a:ext>
            </a:extLst>
          </p:cNvPr>
          <p:cNvSpPr txBox="1"/>
          <p:nvPr/>
        </p:nvSpPr>
        <p:spPr>
          <a:xfrm>
            <a:off x="76192" y="5712767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BF26833-9072-E3A9-F8E6-0CE33F4C221A}"/>
              </a:ext>
            </a:extLst>
          </p:cNvPr>
          <p:cNvSpPr txBox="1"/>
          <p:nvPr/>
        </p:nvSpPr>
        <p:spPr>
          <a:xfrm>
            <a:off x="8318834" y="2545439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d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C04D6-DEB5-35E3-2651-3EF9C0E5E477}"/>
              </a:ext>
            </a:extLst>
          </p:cNvPr>
          <p:cNvSpPr txBox="1"/>
          <p:nvPr/>
        </p:nvSpPr>
        <p:spPr>
          <a:xfrm>
            <a:off x="62167" y="8294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765F06-E311-9F46-9BE6-E982D90EF03E}"/>
              </a:ext>
            </a:extLst>
          </p:cNvPr>
          <p:cNvSpPr/>
          <p:nvPr/>
        </p:nvSpPr>
        <p:spPr>
          <a:xfrm>
            <a:off x="9242538" y="6068670"/>
            <a:ext cx="2095464" cy="2079516"/>
          </a:xfrm>
          <a:prstGeom prst="ellipse">
            <a:avLst/>
          </a:prstGeom>
          <a:solidFill>
            <a:srgbClr val="013E75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5CF772-B79B-AC3D-B9FF-06DF708EBDEB}"/>
              </a:ext>
            </a:extLst>
          </p:cNvPr>
          <p:cNvSpPr/>
          <p:nvPr/>
        </p:nvSpPr>
        <p:spPr>
          <a:xfrm>
            <a:off x="10051787" y="6035601"/>
            <a:ext cx="2095464" cy="2079516"/>
          </a:xfrm>
          <a:prstGeom prst="ellipse">
            <a:avLst/>
          </a:prstGeom>
          <a:solidFill>
            <a:srgbClr val="F5B70A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90CAC-6E4A-A952-410E-03A04359E6DD}"/>
              </a:ext>
            </a:extLst>
          </p:cNvPr>
          <p:cNvSpPr txBox="1"/>
          <p:nvPr/>
        </p:nvSpPr>
        <p:spPr>
          <a:xfrm>
            <a:off x="9224248" y="6428894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13E75"/>
                </a:solidFill>
              </a:rPr>
              <a:t>HSP90B1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FB469-E6E2-FD2C-42E4-EDD51EA5864F}"/>
              </a:ext>
            </a:extLst>
          </p:cNvPr>
          <p:cNvSpPr txBox="1"/>
          <p:nvPr/>
        </p:nvSpPr>
        <p:spPr>
          <a:xfrm>
            <a:off x="11219808" y="6427934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5B70A"/>
                </a:solidFill>
              </a:rPr>
              <a:t>TRAF6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4C820-D7D9-18DE-1400-DDAB0C164BD8}"/>
              </a:ext>
            </a:extLst>
          </p:cNvPr>
          <p:cNvSpPr txBox="1"/>
          <p:nvPr/>
        </p:nvSpPr>
        <p:spPr>
          <a:xfrm>
            <a:off x="10343828" y="8207474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6D3991"/>
                </a:solidFill>
              </a:rPr>
              <a:t>TRIB1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E82E89-F540-274F-2118-76FBAF9CB2B0}"/>
              </a:ext>
            </a:extLst>
          </p:cNvPr>
          <p:cNvSpPr txBox="1"/>
          <p:nvPr/>
        </p:nvSpPr>
        <p:spPr>
          <a:xfrm>
            <a:off x="10415360" y="7044322"/>
            <a:ext cx="520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6 14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DAE24-4C99-6912-FD08-A739F27B0A2D}"/>
              </a:ext>
            </a:extLst>
          </p:cNvPr>
          <p:cNvSpPr txBox="1"/>
          <p:nvPr/>
        </p:nvSpPr>
        <p:spPr>
          <a:xfrm>
            <a:off x="9733663" y="7659309"/>
            <a:ext cx="787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11 20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45C1C-66B3-2B91-8A99-74EDE38128FA}"/>
              </a:ext>
            </a:extLst>
          </p:cNvPr>
          <p:cNvSpPr txBox="1"/>
          <p:nvPr/>
        </p:nvSpPr>
        <p:spPr>
          <a:xfrm>
            <a:off x="10342758" y="6302803"/>
            <a:ext cx="78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5 13 17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52158-42FB-9C6B-5AB6-A85EA161C71E}"/>
              </a:ext>
            </a:extLst>
          </p:cNvPr>
          <p:cNvSpPr txBox="1"/>
          <p:nvPr/>
        </p:nvSpPr>
        <p:spPr>
          <a:xfrm>
            <a:off x="8324599" y="113104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FA223C-3E83-112F-B6C7-D784198C3F1C}"/>
              </a:ext>
            </a:extLst>
          </p:cNvPr>
          <p:cNvSpPr txBox="1"/>
          <p:nvPr/>
        </p:nvSpPr>
        <p:spPr>
          <a:xfrm>
            <a:off x="8318834" y="589771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C73500-462F-A894-94B6-9D7437E4698E}"/>
              </a:ext>
            </a:extLst>
          </p:cNvPr>
          <p:cNvSpPr txBox="1"/>
          <p:nvPr/>
        </p:nvSpPr>
        <p:spPr>
          <a:xfrm>
            <a:off x="8318834" y="8922780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CDE68-F77B-8E92-2B6D-3188BA2C5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78" y="207248"/>
            <a:ext cx="7772400" cy="5829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7F79B1-1EF5-219C-492C-9CBE55714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06" y="6008130"/>
            <a:ext cx="7772400" cy="58293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CEB1A5A-6985-768E-7155-B933039A09A1}"/>
              </a:ext>
            </a:extLst>
          </p:cNvPr>
          <p:cNvSpPr/>
          <p:nvPr/>
        </p:nvSpPr>
        <p:spPr>
          <a:xfrm>
            <a:off x="9556345" y="9651088"/>
            <a:ext cx="2095464" cy="2079516"/>
          </a:xfrm>
          <a:prstGeom prst="ellipse">
            <a:avLst/>
          </a:prstGeom>
          <a:solidFill>
            <a:srgbClr val="6D3991">
              <a:alpha val="3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8E469-D8F7-C8C2-A910-F285B00BED4D}"/>
              </a:ext>
            </a:extLst>
          </p:cNvPr>
          <p:cNvSpPr/>
          <p:nvPr/>
        </p:nvSpPr>
        <p:spPr>
          <a:xfrm>
            <a:off x="9129376" y="9108827"/>
            <a:ext cx="2095464" cy="2079516"/>
          </a:xfrm>
          <a:prstGeom prst="ellipse">
            <a:avLst/>
          </a:prstGeom>
          <a:solidFill>
            <a:srgbClr val="013E75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0B7A63-57FB-4E70-4082-0A75853F14B8}"/>
              </a:ext>
            </a:extLst>
          </p:cNvPr>
          <p:cNvSpPr/>
          <p:nvPr/>
        </p:nvSpPr>
        <p:spPr>
          <a:xfrm>
            <a:off x="9947494" y="9099856"/>
            <a:ext cx="2095464" cy="2079516"/>
          </a:xfrm>
          <a:prstGeom prst="ellipse">
            <a:avLst/>
          </a:prstGeom>
          <a:solidFill>
            <a:srgbClr val="F5B70A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1B6D5C-2F2C-B086-DD02-2DE086116B0E}"/>
              </a:ext>
            </a:extLst>
          </p:cNvPr>
          <p:cNvSpPr txBox="1"/>
          <p:nvPr/>
        </p:nvSpPr>
        <p:spPr>
          <a:xfrm>
            <a:off x="9347312" y="9622057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13E75"/>
                </a:solidFill>
              </a:rPr>
              <a:t>TYK2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2022C0-AD28-0894-A807-412AFC1C6805}"/>
              </a:ext>
            </a:extLst>
          </p:cNvPr>
          <p:cNvSpPr txBox="1"/>
          <p:nvPr/>
        </p:nvSpPr>
        <p:spPr>
          <a:xfrm>
            <a:off x="11277388" y="9654211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5B70A"/>
                </a:solidFill>
              </a:rPr>
              <a:t>STAT1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0F527-B767-6FA3-5ECD-7C6A581049B1}"/>
              </a:ext>
            </a:extLst>
          </p:cNvPr>
          <p:cNvSpPr txBox="1"/>
          <p:nvPr/>
        </p:nvSpPr>
        <p:spPr>
          <a:xfrm>
            <a:off x="10280651" y="11248921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6D3991"/>
                </a:solidFill>
              </a:rPr>
              <a:t>STAT2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70C4A8-6719-D1C3-20EE-825A42105F5F}"/>
              </a:ext>
            </a:extLst>
          </p:cNvPr>
          <p:cNvSpPr txBox="1"/>
          <p:nvPr/>
        </p:nvSpPr>
        <p:spPr>
          <a:xfrm>
            <a:off x="10360033" y="10185318"/>
            <a:ext cx="520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17231</TotalTime>
  <Words>35</Words>
  <Application>Microsoft Macintosh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64</cp:revision>
  <dcterms:created xsi:type="dcterms:W3CDTF">2024-06-24T20:16:04Z</dcterms:created>
  <dcterms:modified xsi:type="dcterms:W3CDTF">2025-09-16T17:38:09Z</dcterms:modified>
</cp:coreProperties>
</file>