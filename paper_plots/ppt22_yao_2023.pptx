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61" r:id="rId2"/>
  </p:sldIdLst>
  <p:sldSz cx="128016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AEC"/>
    <a:srgbClr val="7695B0"/>
    <a:srgbClr val="557A9D"/>
    <a:srgbClr val="013E75"/>
    <a:srgbClr val="BBC9D5"/>
    <a:srgbClr val="F5B70A"/>
    <a:srgbClr val="AEAEAE"/>
    <a:srgbClr val="424242"/>
    <a:srgbClr val="457499"/>
    <a:srgbClr val="6D39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/>
    <p:restoredTop sz="94626"/>
  </p:normalViewPr>
  <p:slideViewPr>
    <p:cSldViewPr snapToGrid="0">
      <p:cViewPr>
        <p:scale>
          <a:sx n="83" d="100"/>
          <a:sy n="83" d="100"/>
        </p:scale>
        <p:origin x="1296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972715"/>
            <a:ext cx="96012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3121766"/>
            <a:ext cx="96012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5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9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2" y="1481773"/>
            <a:ext cx="1104138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2" y="3977535"/>
            <a:ext cx="1104138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8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1582208"/>
            <a:ext cx="544068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1582208"/>
            <a:ext cx="544068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7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316442"/>
            <a:ext cx="1104138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1457008"/>
            <a:ext cx="5415676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2171065"/>
            <a:ext cx="5415676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1457008"/>
            <a:ext cx="5442347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2171065"/>
            <a:ext cx="5442347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9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2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7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96240"/>
            <a:ext cx="412884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855769"/>
            <a:ext cx="6480810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783080"/>
            <a:ext cx="412884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7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96240"/>
            <a:ext cx="412884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855769"/>
            <a:ext cx="6480810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783080"/>
            <a:ext cx="412884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5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316442"/>
            <a:ext cx="2760345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316442"/>
            <a:ext cx="8121015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316442"/>
            <a:ext cx="1104138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1582208"/>
            <a:ext cx="1104138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5508837"/>
            <a:ext cx="288036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5FAA8-77F2-5C42-A9DC-2A9BDE3DA24F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5508837"/>
            <a:ext cx="432054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5508837"/>
            <a:ext cx="288036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6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B0CA4A4-AD87-FC28-A145-5D955DE86D06}"/>
              </a:ext>
            </a:extLst>
          </p:cNvPr>
          <p:cNvGrpSpPr/>
          <p:nvPr/>
        </p:nvGrpSpPr>
        <p:grpSpPr>
          <a:xfrm>
            <a:off x="9256790" y="216916"/>
            <a:ext cx="3685697" cy="2219132"/>
            <a:chOff x="15487825" y="433831"/>
            <a:chExt cx="3685697" cy="2219132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9CDEAD2-462D-DF60-0B22-C3621F0FA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6286" y="1527184"/>
              <a:ext cx="545591" cy="317665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87407D1-812D-67A0-C49E-1EEBD4992526}"/>
                </a:ext>
              </a:extLst>
            </p:cNvPr>
            <p:cNvCxnSpPr>
              <a:cxnSpLocks/>
            </p:cNvCxnSpPr>
            <p:nvPr/>
          </p:nvCxnSpPr>
          <p:spPr>
            <a:xfrm>
              <a:off x="17046373" y="1853221"/>
              <a:ext cx="1056852" cy="237688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A3C53C5-97A8-C359-61A1-77CA214E946F}"/>
                </a:ext>
              </a:extLst>
            </p:cNvPr>
            <p:cNvCxnSpPr>
              <a:cxnSpLocks/>
              <a:endCxn id="67" idx="4"/>
            </p:cNvCxnSpPr>
            <p:nvPr/>
          </p:nvCxnSpPr>
          <p:spPr>
            <a:xfrm flipH="1">
              <a:off x="16944010" y="1845854"/>
              <a:ext cx="98133" cy="807109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A590D40-3900-E1E8-EC20-ACF6A053A3E6}"/>
                </a:ext>
              </a:extLst>
            </p:cNvPr>
            <p:cNvCxnSpPr>
              <a:cxnSpLocks/>
            </p:cNvCxnSpPr>
            <p:nvPr/>
          </p:nvCxnSpPr>
          <p:spPr>
            <a:xfrm>
              <a:off x="16443162" y="1503108"/>
              <a:ext cx="593124" cy="359490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6A792D6-DBAC-4330-4E34-00585FEC1217}"/>
                </a:ext>
              </a:extLst>
            </p:cNvPr>
            <p:cNvCxnSpPr>
              <a:cxnSpLocks/>
            </p:cNvCxnSpPr>
            <p:nvPr/>
          </p:nvCxnSpPr>
          <p:spPr>
            <a:xfrm>
              <a:off x="15586336" y="1278608"/>
              <a:ext cx="831390" cy="224500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B784908-BF0B-2055-FDBD-3E4209D38E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9754" y="1194667"/>
              <a:ext cx="637021" cy="308441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349AA9-9106-5FA2-F00B-ABD3EE9B0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6286" y="1194667"/>
              <a:ext cx="48515" cy="659559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E8C939A-477F-9147-AF59-3DC1AA93C0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079902" y="1197141"/>
              <a:ext cx="483795" cy="336901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52FC1D8-1452-147F-D145-2BB3B5704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07313" y="1234455"/>
              <a:ext cx="639340" cy="297080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CEBC23C-33EB-3280-E871-580BAA6DFE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7569" y="1205394"/>
              <a:ext cx="129084" cy="885515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54C5FC2-D620-31DD-0C7B-FAA86E156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27119" y="1173065"/>
              <a:ext cx="1131651" cy="54023"/>
            </a:xfrm>
            <a:prstGeom prst="line">
              <a:avLst/>
            </a:prstGeom>
            <a:ln w="31750">
              <a:solidFill>
                <a:srgbClr val="7695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D344802-47BD-218F-B5E7-E1B361F03572}"/>
                </a:ext>
              </a:extLst>
            </p:cNvPr>
            <p:cNvCxnSpPr>
              <a:cxnSpLocks/>
            </p:cNvCxnSpPr>
            <p:nvPr/>
          </p:nvCxnSpPr>
          <p:spPr>
            <a:xfrm>
              <a:off x="16841267" y="511248"/>
              <a:ext cx="256225" cy="659343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94F9BA8-D4C1-C79A-29EC-8BFE9B81E633}"/>
                </a:ext>
              </a:extLst>
            </p:cNvPr>
            <p:cNvSpPr/>
            <p:nvPr/>
          </p:nvSpPr>
          <p:spPr>
            <a:xfrm>
              <a:off x="16933135" y="1007654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22577CE-DA17-CE2F-B47A-F3CDB3FF0746}"/>
                </a:ext>
              </a:extLst>
            </p:cNvPr>
            <p:cNvSpPr txBox="1"/>
            <p:nvPr/>
          </p:nvSpPr>
          <p:spPr>
            <a:xfrm>
              <a:off x="16857172" y="1055490"/>
              <a:ext cx="5065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RELA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3FD6045-86BC-5EB0-125C-E0BE49EC1E84}"/>
                </a:ext>
              </a:extLst>
            </p:cNvPr>
            <p:cNvSpPr/>
            <p:nvPr/>
          </p:nvSpPr>
          <p:spPr>
            <a:xfrm>
              <a:off x="16266501" y="1317100"/>
              <a:ext cx="320905" cy="325185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823A679-8B1A-E0F8-0F48-D31E84AF32CC}"/>
                </a:ext>
              </a:extLst>
            </p:cNvPr>
            <p:cNvSpPr txBox="1"/>
            <p:nvPr/>
          </p:nvSpPr>
          <p:spPr>
            <a:xfrm>
              <a:off x="15893756" y="1573063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CSNK1A1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3D1555-EB38-3B60-C2FA-6948039E2426}"/>
                </a:ext>
              </a:extLst>
            </p:cNvPr>
            <p:cNvSpPr/>
            <p:nvPr/>
          </p:nvSpPr>
          <p:spPr>
            <a:xfrm>
              <a:off x="16874807" y="1675585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9CAB1CE-096B-3A8C-502A-803FF7F7CC1E}"/>
                </a:ext>
              </a:extLst>
            </p:cNvPr>
            <p:cNvSpPr txBox="1"/>
            <p:nvPr/>
          </p:nvSpPr>
          <p:spPr>
            <a:xfrm>
              <a:off x="16818940" y="1723421"/>
              <a:ext cx="5065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AHR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48E2C37-0F66-77B7-A602-4A45FC9A898D}"/>
                </a:ext>
              </a:extLst>
            </p:cNvPr>
            <p:cNvSpPr/>
            <p:nvPr/>
          </p:nvSpPr>
          <p:spPr>
            <a:xfrm>
              <a:off x="16851733" y="2465949"/>
              <a:ext cx="184553" cy="187014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AA92495-BC17-40CD-7B29-8386CDB92194}"/>
                </a:ext>
              </a:extLst>
            </p:cNvPr>
            <p:cNvSpPr/>
            <p:nvPr/>
          </p:nvSpPr>
          <p:spPr>
            <a:xfrm>
              <a:off x="15487825" y="1173065"/>
              <a:ext cx="189346" cy="191871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99C4224-7914-D790-EB92-F7E85B0A3119}"/>
                </a:ext>
              </a:extLst>
            </p:cNvPr>
            <p:cNvSpPr/>
            <p:nvPr/>
          </p:nvSpPr>
          <p:spPr>
            <a:xfrm>
              <a:off x="16756845" y="433831"/>
              <a:ext cx="186095" cy="188577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E1E3742-F493-97F8-67A6-89C9D0DFED21}"/>
                </a:ext>
              </a:extLst>
            </p:cNvPr>
            <p:cNvSpPr/>
            <p:nvPr/>
          </p:nvSpPr>
          <p:spPr>
            <a:xfrm>
              <a:off x="17440483" y="1366139"/>
              <a:ext cx="304382" cy="308441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7A066A6-BB30-35DA-38A8-19B09DB1C0C2}"/>
                </a:ext>
              </a:extLst>
            </p:cNvPr>
            <p:cNvSpPr/>
            <p:nvPr/>
          </p:nvSpPr>
          <p:spPr>
            <a:xfrm>
              <a:off x="18106083" y="1055490"/>
              <a:ext cx="305374" cy="309446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32275F5-CA7C-E6A2-70F1-49EE016C0B6A}"/>
                </a:ext>
              </a:extLst>
            </p:cNvPr>
            <p:cNvSpPr/>
            <p:nvPr/>
          </p:nvSpPr>
          <p:spPr>
            <a:xfrm>
              <a:off x="17988486" y="1964501"/>
              <a:ext cx="258167" cy="261610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EBD55FA-01F4-364D-997E-EDA5D38AA1DC}"/>
                </a:ext>
              </a:extLst>
            </p:cNvPr>
            <p:cNvSpPr txBox="1"/>
            <p:nvPr/>
          </p:nvSpPr>
          <p:spPr>
            <a:xfrm>
              <a:off x="17437302" y="1603680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ATXN7L3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87941CC-996A-0AAA-563C-098D0460EA6C}"/>
                </a:ext>
              </a:extLst>
            </p:cNvPr>
            <p:cNvSpPr txBox="1"/>
            <p:nvPr/>
          </p:nvSpPr>
          <p:spPr>
            <a:xfrm>
              <a:off x="18327774" y="924685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XPR1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AA318B2-5849-72E4-35D2-500F89E82670}"/>
                </a:ext>
              </a:extLst>
            </p:cNvPr>
            <p:cNvSpPr txBox="1"/>
            <p:nvPr/>
          </p:nvSpPr>
          <p:spPr>
            <a:xfrm>
              <a:off x="18069970" y="2169055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KIDINS220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9B49EC7E-9F0B-A8DD-32B5-AA75E332C2E2}"/>
              </a:ext>
            </a:extLst>
          </p:cNvPr>
          <p:cNvSpPr txBox="1"/>
          <p:nvPr/>
        </p:nvSpPr>
        <p:spPr>
          <a:xfrm>
            <a:off x="8998917" y="287413"/>
            <a:ext cx="340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Module 12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B07BA44-EF8A-F0F9-E508-F3707A0D4FEA}"/>
              </a:ext>
            </a:extLst>
          </p:cNvPr>
          <p:cNvGrpSpPr/>
          <p:nvPr/>
        </p:nvGrpSpPr>
        <p:grpSpPr>
          <a:xfrm>
            <a:off x="8883889" y="3019293"/>
            <a:ext cx="3800792" cy="2483649"/>
            <a:chOff x="13865842" y="2846720"/>
            <a:chExt cx="4049770" cy="2567751"/>
          </a:xfrm>
        </p:grpSpPr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4303A97-61FE-1098-E1E4-E36D6683A1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37004" y="4411606"/>
              <a:ext cx="1142853" cy="873295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14C9DD8-8C2F-D8D5-94AC-3B6FAA122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4314" y="4436289"/>
              <a:ext cx="2224080" cy="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238619F-D35D-B911-08BB-E3DBE3709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72424" y="4408217"/>
              <a:ext cx="1164580" cy="876684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5180D32-9D4F-A435-368D-DC8457E8EA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51171" y="3139604"/>
              <a:ext cx="651193" cy="2145297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87CDA7B-6DC1-403A-4AF2-CE79E6A460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32907" y="3161720"/>
              <a:ext cx="1787507" cy="1249886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A80FB2A-6642-DB28-92FB-D088EFD1FEC0}"/>
                </a:ext>
              </a:extLst>
            </p:cNvPr>
            <p:cNvCxnSpPr>
              <a:cxnSpLocks/>
            </p:cNvCxnSpPr>
            <p:nvPr/>
          </p:nvCxnSpPr>
          <p:spPr>
            <a:xfrm>
              <a:off x="16657761" y="3170861"/>
              <a:ext cx="425213" cy="1306843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99E6403-EB60-F932-6B40-B0054B44B6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60893" y="3144705"/>
              <a:ext cx="1359521" cy="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CEE0295-C51D-306C-9215-01586EE89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46424" y="3139604"/>
              <a:ext cx="1793233" cy="132785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8E58A07-6B72-CFE4-0B66-059EA3061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3016" y="3121449"/>
              <a:ext cx="482060" cy="1283483"/>
            </a:xfrm>
            <a:prstGeom prst="line">
              <a:avLst/>
            </a:prstGeom>
            <a:ln w="31750">
              <a:solidFill>
                <a:srgbClr val="7695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007028-717A-D56A-9038-CD6771166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42567" y="4421946"/>
              <a:ext cx="848903" cy="341990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888C697-FE7A-A132-9914-E074AF27FE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53658" y="3120491"/>
              <a:ext cx="683346" cy="213201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562859D-661A-B0EB-A023-F0F1709916AD}"/>
                </a:ext>
              </a:extLst>
            </p:cNvPr>
            <p:cNvSpPr/>
            <p:nvPr/>
          </p:nvSpPr>
          <p:spPr>
            <a:xfrm>
              <a:off x="15032370" y="2952798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44F6D9B-425E-56F1-9467-28C018A22E05}"/>
                </a:ext>
              </a:extLst>
            </p:cNvPr>
            <p:cNvSpPr txBox="1"/>
            <p:nvPr/>
          </p:nvSpPr>
          <p:spPr>
            <a:xfrm>
              <a:off x="14543445" y="2846720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STAT1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66376D9-7017-622F-400B-375BF25FFFA1}"/>
                </a:ext>
              </a:extLst>
            </p:cNvPr>
            <p:cNvSpPr/>
            <p:nvPr/>
          </p:nvSpPr>
          <p:spPr>
            <a:xfrm>
              <a:off x="16449891" y="2977525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4E7C3D1-E4F2-7221-17E4-574103636F37}"/>
                </a:ext>
              </a:extLst>
            </p:cNvPr>
            <p:cNvSpPr/>
            <p:nvPr/>
          </p:nvSpPr>
          <p:spPr>
            <a:xfrm>
              <a:off x="16894947" y="4257648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AB5F6C8-AF52-CCC2-98FE-A2289A5E706C}"/>
                </a:ext>
              </a:extLst>
            </p:cNvPr>
            <p:cNvSpPr/>
            <p:nvPr/>
          </p:nvSpPr>
          <p:spPr>
            <a:xfrm>
              <a:off x="15760714" y="5057189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8D2394B-BB4A-BEFB-342E-CD1EE0A324FD}"/>
                </a:ext>
              </a:extLst>
            </p:cNvPr>
            <p:cNvSpPr/>
            <p:nvPr/>
          </p:nvSpPr>
          <p:spPr>
            <a:xfrm>
              <a:off x="14620766" y="4226291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E8C3884-782A-6647-E26E-23B1A2C7ADB5}"/>
                </a:ext>
              </a:extLst>
            </p:cNvPr>
            <p:cNvSpPr/>
            <p:nvPr/>
          </p:nvSpPr>
          <p:spPr>
            <a:xfrm>
              <a:off x="13865842" y="4664774"/>
              <a:ext cx="210961" cy="213774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C8EB486-3AAA-3A80-2EFD-23AB230D3E7B}"/>
                </a:ext>
              </a:extLst>
            </p:cNvPr>
            <p:cNvSpPr txBox="1"/>
            <p:nvPr/>
          </p:nvSpPr>
          <p:spPr>
            <a:xfrm>
              <a:off x="16690708" y="2852789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STAT2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183DD5B-397A-64F1-4694-EC0C123D0436}"/>
                </a:ext>
              </a:extLst>
            </p:cNvPr>
            <p:cNvSpPr txBox="1"/>
            <p:nvPr/>
          </p:nvSpPr>
          <p:spPr>
            <a:xfrm>
              <a:off x="17160184" y="4207237"/>
              <a:ext cx="755428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IFNAR1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87D2196-49A5-CB7A-220B-7B6C5998984C}"/>
                </a:ext>
              </a:extLst>
            </p:cNvPr>
            <p:cNvSpPr txBox="1"/>
            <p:nvPr/>
          </p:nvSpPr>
          <p:spPr>
            <a:xfrm>
              <a:off x="15684742" y="5105025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TYK2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70767FD-0A83-0AA2-1C32-5B2529D08A3C}"/>
                </a:ext>
              </a:extLst>
            </p:cNvPr>
            <p:cNvSpPr txBox="1"/>
            <p:nvPr/>
          </p:nvSpPr>
          <p:spPr>
            <a:xfrm>
              <a:off x="14072501" y="4113524"/>
              <a:ext cx="709828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MAPK1</a:t>
              </a: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BEB358AE-11DB-43E6-F724-4CEE6913FFED}"/>
              </a:ext>
            </a:extLst>
          </p:cNvPr>
          <p:cNvSpPr txBox="1"/>
          <p:nvPr/>
        </p:nvSpPr>
        <p:spPr>
          <a:xfrm>
            <a:off x="9017705" y="2590032"/>
            <a:ext cx="1017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Module 31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3C3EE32-9B34-1734-DFB2-E2679615FE06}"/>
              </a:ext>
            </a:extLst>
          </p:cNvPr>
          <p:cNvSpPr txBox="1"/>
          <p:nvPr/>
        </p:nvSpPr>
        <p:spPr>
          <a:xfrm>
            <a:off x="8415461" y="68104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b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BF26833-9072-E3A9-F8E6-0CE33F4C221A}"/>
              </a:ext>
            </a:extLst>
          </p:cNvPr>
          <p:cNvSpPr txBox="1"/>
          <p:nvPr/>
        </p:nvSpPr>
        <p:spPr>
          <a:xfrm>
            <a:off x="8415461" y="2545438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c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F7C04D6-DEB5-35E3-2651-3EF9C0E5E477}"/>
              </a:ext>
            </a:extLst>
          </p:cNvPr>
          <p:cNvSpPr txBox="1"/>
          <p:nvPr/>
        </p:nvSpPr>
        <p:spPr>
          <a:xfrm>
            <a:off x="31204" y="68102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2A8227-0282-9533-A1D0-E298383E3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22" y="114300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0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17114</TotalTime>
  <Words>18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Tianyu Zhang</dc:creator>
  <cp:lastModifiedBy>Tianyu Zhang</cp:lastModifiedBy>
  <cp:revision>57</cp:revision>
  <dcterms:created xsi:type="dcterms:W3CDTF">2024-06-24T20:16:04Z</dcterms:created>
  <dcterms:modified xsi:type="dcterms:W3CDTF">2025-08-12T22:21:53Z</dcterms:modified>
</cp:coreProperties>
</file>